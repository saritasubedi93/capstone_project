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72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9DC230-34F2-43FA-9D6E-E19CBEBCD32D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DE4BAF-6F58-4AAC-86E8-F813ECD31DFB}">
      <dgm:prSet/>
      <dgm:spPr/>
      <dgm:t>
        <a:bodyPr/>
        <a:lstStyle/>
        <a:p>
          <a:pPr>
            <a:defRPr b="1"/>
          </a:pPr>
          <a:r>
            <a:rPr lang="en-US" dirty="0"/>
            <a:t>Raw insurance data scattered in CSV files on S3.</a:t>
          </a:r>
        </a:p>
      </dgm:t>
    </dgm:pt>
    <dgm:pt modelId="{38D71BED-9C7E-4A62-B404-6DF712F564E4}" type="parTrans" cxnId="{F51DB43C-E0ED-4F87-B8A7-326CE70C8BD3}">
      <dgm:prSet/>
      <dgm:spPr/>
      <dgm:t>
        <a:bodyPr/>
        <a:lstStyle/>
        <a:p>
          <a:endParaRPr lang="en-US"/>
        </a:p>
      </dgm:t>
    </dgm:pt>
    <dgm:pt modelId="{B6F2D7C8-37BF-494E-8F11-372411F774BF}" type="sibTrans" cxnId="{F51DB43C-E0ED-4F87-B8A7-326CE70C8BD3}">
      <dgm:prSet/>
      <dgm:spPr/>
      <dgm:t>
        <a:bodyPr/>
        <a:lstStyle/>
        <a:p>
          <a:endParaRPr lang="en-US"/>
        </a:p>
      </dgm:t>
    </dgm:pt>
    <dgm:pt modelId="{652BE008-B753-4675-8E28-3B9E272C4AA6}">
      <dgm:prSet/>
      <dgm:spPr/>
      <dgm:t>
        <a:bodyPr/>
        <a:lstStyle/>
        <a:p>
          <a:pPr>
            <a:defRPr b="1"/>
          </a:pPr>
          <a:r>
            <a:rPr lang="en-US"/>
            <a:t>Manual analysis, no single source of truth.</a:t>
          </a:r>
        </a:p>
      </dgm:t>
    </dgm:pt>
    <dgm:pt modelId="{06B8586D-D08D-412D-9B31-6F3FB6884A9F}" type="parTrans" cxnId="{D200B935-0653-4637-B291-AAF1BCE10DA5}">
      <dgm:prSet/>
      <dgm:spPr/>
      <dgm:t>
        <a:bodyPr/>
        <a:lstStyle/>
        <a:p>
          <a:endParaRPr lang="en-US"/>
        </a:p>
      </dgm:t>
    </dgm:pt>
    <dgm:pt modelId="{46990FDD-8E48-4F7B-B398-3ADEA9A5D1D3}" type="sibTrans" cxnId="{D200B935-0653-4637-B291-AAF1BCE10DA5}">
      <dgm:prSet/>
      <dgm:spPr/>
      <dgm:t>
        <a:bodyPr/>
        <a:lstStyle/>
        <a:p>
          <a:endParaRPr lang="en-US"/>
        </a:p>
      </dgm:t>
    </dgm:pt>
    <dgm:pt modelId="{0BD1A780-6A2B-4426-9F02-4020473B0580}">
      <dgm:prSet/>
      <dgm:spPr/>
      <dgm:t>
        <a:bodyPr/>
        <a:lstStyle/>
        <a:p>
          <a:pPr>
            <a:defRPr b="1"/>
          </a:pPr>
          <a:r>
            <a:rPr lang="en-US" dirty="0"/>
            <a:t>Difficult to answer key questions:</a:t>
          </a:r>
        </a:p>
      </dgm:t>
    </dgm:pt>
    <dgm:pt modelId="{A414064F-64E4-4735-8413-A2D2E38DB7DE}" type="parTrans" cxnId="{B9C42F2F-B427-4FD7-B06F-B0CD01008435}">
      <dgm:prSet/>
      <dgm:spPr/>
      <dgm:t>
        <a:bodyPr/>
        <a:lstStyle/>
        <a:p>
          <a:endParaRPr lang="en-US"/>
        </a:p>
      </dgm:t>
    </dgm:pt>
    <dgm:pt modelId="{D9B1F392-D435-4140-B41C-1887942A8324}" type="sibTrans" cxnId="{B9C42F2F-B427-4FD7-B06F-B0CD01008435}">
      <dgm:prSet/>
      <dgm:spPr/>
      <dgm:t>
        <a:bodyPr/>
        <a:lstStyle/>
        <a:p>
          <a:endParaRPr lang="en-US"/>
        </a:p>
      </dgm:t>
    </dgm:pt>
    <dgm:pt modelId="{54FD5A3C-91B9-4879-8C7C-12F05D635456}">
      <dgm:prSet/>
      <dgm:spPr/>
      <dgm:t>
        <a:bodyPr/>
        <a:lstStyle/>
        <a:p>
          <a:r>
            <a:rPr lang="en-US"/>
            <a:t>Which diseases drive the most claims and cost?</a:t>
          </a:r>
        </a:p>
      </dgm:t>
    </dgm:pt>
    <dgm:pt modelId="{CDC0DEE7-DF93-4EC2-A02A-F174B53710BD}" type="parTrans" cxnId="{26C0B1C9-E3CF-4168-99FB-8109CEA65719}">
      <dgm:prSet/>
      <dgm:spPr/>
      <dgm:t>
        <a:bodyPr/>
        <a:lstStyle/>
        <a:p>
          <a:endParaRPr lang="en-US"/>
        </a:p>
      </dgm:t>
    </dgm:pt>
    <dgm:pt modelId="{B6E45A4F-5103-4E25-9E7C-D8311ABF52D9}" type="sibTrans" cxnId="{26C0B1C9-E3CF-4168-99FB-8109CEA65719}">
      <dgm:prSet/>
      <dgm:spPr/>
      <dgm:t>
        <a:bodyPr/>
        <a:lstStyle/>
        <a:p>
          <a:endParaRPr lang="en-US"/>
        </a:p>
      </dgm:t>
    </dgm:pt>
    <dgm:pt modelId="{96BBA02A-98F5-4962-990D-DB86D1212A1D}">
      <dgm:prSet/>
      <dgm:spPr/>
      <dgm:t>
        <a:bodyPr/>
        <a:lstStyle/>
        <a:p>
          <a:r>
            <a:rPr lang="en-US"/>
            <a:t>Which groups/subgroups and hospitals are most utilized?</a:t>
          </a:r>
        </a:p>
      </dgm:t>
    </dgm:pt>
    <dgm:pt modelId="{58CA89BA-C334-4689-B2DD-7473730D4666}" type="parTrans" cxnId="{A75C19AC-0050-44D0-80D3-B59C360E4F8B}">
      <dgm:prSet/>
      <dgm:spPr/>
      <dgm:t>
        <a:bodyPr/>
        <a:lstStyle/>
        <a:p>
          <a:endParaRPr lang="en-US"/>
        </a:p>
      </dgm:t>
    </dgm:pt>
    <dgm:pt modelId="{57E46B73-0EAF-4735-8E86-AB57B1B588C2}" type="sibTrans" cxnId="{A75C19AC-0050-44D0-80D3-B59C360E4F8B}">
      <dgm:prSet/>
      <dgm:spPr/>
      <dgm:t>
        <a:bodyPr/>
        <a:lstStyle/>
        <a:p>
          <a:endParaRPr lang="en-US"/>
        </a:p>
      </dgm:t>
    </dgm:pt>
    <dgm:pt modelId="{6430BBDF-E13E-4524-A32D-3E6252391CE8}">
      <dgm:prSet/>
      <dgm:spPr/>
      <dgm:t>
        <a:bodyPr/>
        <a:lstStyle/>
        <a:p>
          <a:r>
            <a:rPr lang="en-US"/>
            <a:t>How many claims are rejected and why?</a:t>
          </a:r>
        </a:p>
      </dgm:t>
    </dgm:pt>
    <dgm:pt modelId="{C333B03B-33E2-446E-B121-82970FBA8A80}" type="parTrans" cxnId="{1455B627-F7A9-4FD5-9184-DB2B950A8966}">
      <dgm:prSet/>
      <dgm:spPr/>
      <dgm:t>
        <a:bodyPr/>
        <a:lstStyle/>
        <a:p>
          <a:endParaRPr lang="en-US"/>
        </a:p>
      </dgm:t>
    </dgm:pt>
    <dgm:pt modelId="{EC26321A-C16E-49AE-BA5F-8A5116E4FD77}" type="sibTrans" cxnId="{1455B627-F7A9-4FD5-9184-DB2B950A8966}">
      <dgm:prSet/>
      <dgm:spPr/>
      <dgm:t>
        <a:bodyPr/>
        <a:lstStyle/>
        <a:p>
          <a:endParaRPr lang="en-US"/>
        </a:p>
      </dgm:t>
    </dgm:pt>
    <dgm:pt modelId="{82543EF9-A385-4386-8355-32D9655E0046}" type="pres">
      <dgm:prSet presAssocID="{3C9DC230-34F2-43FA-9D6E-E19CBEBCD32D}" presName="root" presStyleCnt="0">
        <dgm:presLayoutVars>
          <dgm:dir/>
          <dgm:resizeHandles val="exact"/>
        </dgm:presLayoutVars>
      </dgm:prSet>
      <dgm:spPr/>
    </dgm:pt>
    <dgm:pt modelId="{CC452424-ED01-400A-8C48-3F0214FB2087}" type="pres">
      <dgm:prSet presAssocID="{DBDE4BAF-6F58-4AAC-86E8-F813ECD31DFB}" presName="compNode" presStyleCnt="0"/>
      <dgm:spPr/>
    </dgm:pt>
    <dgm:pt modelId="{CBA6C294-B86C-4C70-993B-F113340592E4}" type="pres">
      <dgm:prSet presAssocID="{DBDE4BAF-6F58-4AAC-86E8-F813ECD31D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63394A0-AA5D-4148-AEBB-07AEDEB71B2D}" type="pres">
      <dgm:prSet presAssocID="{DBDE4BAF-6F58-4AAC-86E8-F813ECD31DFB}" presName="iconSpace" presStyleCnt="0"/>
      <dgm:spPr/>
    </dgm:pt>
    <dgm:pt modelId="{76D94B4A-F443-4729-B225-36397839EFB2}" type="pres">
      <dgm:prSet presAssocID="{DBDE4BAF-6F58-4AAC-86E8-F813ECD31DFB}" presName="parTx" presStyleLbl="revTx" presStyleIdx="0" presStyleCnt="6">
        <dgm:presLayoutVars>
          <dgm:chMax val="0"/>
          <dgm:chPref val="0"/>
        </dgm:presLayoutVars>
      </dgm:prSet>
      <dgm:spPr/>
    </dgm:pt>
    <dgm:pt modelId="{2DA17BC9-4E27-4C66-BB8B-171497261159}" type="pres">
      <dgm:prSet presAssocID="{DBDE4BAF-6F58-4AAC-86E8-F813ECD31DFB}" presName="txSpace" presStyleCnt="0"/>
      <dgm:spPr/>
    </dgm:pt>
    <dgm:pt modelId="{6F0EB1D0-5CB7-4C03-8B89-BB70C47DEB42}" type="pres">
      <dgm:prSet presAssocID="{DBDE4BAF-6F58-4AAC-86E8-F813ECD31DFB}" presName="desTx" presStyleLbl="revTx" presStyleIdx="1" presStyleCnt="6">
        <dgm:presLayoutVars/>
      </dgm:prSet>
      <dgm:spPr/>
    </dgm:pt>
    <dgm:pt modelId="{65355850-5981-4DC0-A367-EB70EB65E759}" type="pres">
      <dgm:prSet presAssocID="{B6F2D7C8-37BF-494E-8F11-372411F774BF}" presName="sibTrans" presStyleCnt="0"/>
      <dgm:spPr/>
    </dgm:pt>
    <dgm:pt modelId="{80779134-4C3F-451C-ADE6-CB53C0E01184}" type="pres">
      <dgm:prSet presAssocID="{652BE008-B753-4675-8E28-3B9E272C4AA6}" presName="compNode" presStyleCnt="0"/>
      <dgm:spPr/>
    </dgm:pt>
    <dgm:pt modelId="{6089741D-7327-46B1-8018-22CD43CD7CB3}" type="pres">
      <dgm:prSet presAssocID="{652BE008-B753-4675-8E28-3B9E272C4A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ECA08686-5B1F-43F1-94FE-1A9C3FDD1B80}" type="pres">
      <dgm:prSet presAssocID="{652BE008-B753-4675-8E28-3B9E272C4AA6}" presName="iconSpace" presStyleCnt="0"/>
      <dgm:spPr/>
    </dgm:pt>
    <dgm:pt modelId="{E66A9A7C-9CF3-4AD7-B09D-697A30DC9CB1}" type="pres">
      <dgm:prSet presAssocID="{652BE008-B753-4675-8E28-3B9E272C4AA6}" presName="parTx" presStyleLbl="revTx" presStyleIdx="2" presStyleCnt="6">
        <dgm:presLayoutVars>
          <dgm:chMax val="0"/>
          <dgm:chPref val="0"/>
        </dgm:presLayoutVars>
      </dgm:prSet>
      <dgm:spPr/>
    </dgm:pt>
    <dgm:pt modelId="{58AB1712-13C6-469A-B7FF-6E8739B4F6B7}" type="pres">
      <dgm:prSet presAssocID="{652BE008-B753-4675-8E28-3B9E272C4AA6}" presName="txSpace" presStyleCnt="0"/>
      <dgm:spPr/>
    </dgm:pt>
    <dgm:pt modelId="{B00E5C0A-8320-4042-B891-F66673932655}" type="pres">
      <dgm:prSet presAssocID="{652BE008-B753-4675-8E28-3B9E272C4AA6}" presName="desTx" presStyleLbl="revTx" presStyleIdx="3" presStyleCnt="6">
        <dgm:presLayoutVars/>
      </dgm:prSet>
      <dgm:spPr/>
    </dgm:pt>
    <dgm:pt modelId="{4EE38A64-B59B-49E7-8AA1-C313C4C01348}" type="pres">
      <dgm:prSet presAssocID="{46990FDD-8E48-4F7B-B398-3ADEA9A5D1D3}" presName="sibTrans" presStyleCnt="0"/>
      <dgm:spPr/>
    </dgm:pt>
    <dgm:pt modelId="{E5184A48-E05D-44E9-B928-3850EE8C3C5E}" type="pres">
      <dgm:prSet presAssocID="{0BD1A780-6A2B-4426-9F02-4020473B0580}" presName="compNode" presStyleCnt="0"/>
      <dgm:spPr/>
    </dgm:pt>
    <dgm:pt modelId="{90252E4A-3C31-4819-8A6E-B8A868C882AC}" type="pres">
      <dgm:prSet presAssocID="{0BD1A780-6A2B-4426-9F02-4020473B058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04D0F57C-FDAF-4CA3-B5E5-60B75D92A951}" type="pres">
      <dgm:prSet presAssocID="{0BD1A780-6A2B-4426-9F02-4020473B0580}" presName="iconSpace" presStyleCnt="0"/>
      <dgm:spPr/>
    </dgm:pt>
    <dgm:pt modelId="{4D8DA4E8-F303-4D15-A559-2B8A38DE6310}" type="pres">
      <dgm:prSet presAssocID="{0BD1A780-6A2B-4426-9F02-4020473B0580}" presName="parTx" presStyleLbl="revTx" presStyleIdx="4" presStyleCnt="6">
        <dgm:presLayoutVars>
          <dgm:chMax val="0"/>
          <dgm:chPref val="0"/>
        </dgm:presLayoutVars>
      </dgm:prSet>
      <dgm:spPr/>
    </dgm:pt>
    <dgm:pt modelId="{93AB07DD-9A85-43E4-ACCD-AFD0F5D21D5F}" type="pres">
      <dgm:prSet presAssocID="{0BD1A780-6A2B-4426-9F02-4020473B0580}" presName="txSpace" presStyleCnt="0"/>
      <dgm:spPr/>
    </dgm:pt>
    <dgm:pt modelId="{DC9A2D78-415C-4C1C-8B23-3A214EE60BFC}" type="pres">
      <dgm:prSet presAssocID="{0BD1A780-6A2B-4426-9F02-4020473B0580}" presName="desTx" presStyleLbl="revTx" presStyleIdx="5" presStyleCnt="6">
        <dgm:presLayoutVars/>
      </dgm:prSet>
      <dgm:spPr/>
    </dgm:pt>
  </dgm:ptLst>
  <dgm:cxnLst>
    <dgm:cxn modelId="{B2FC4304-B6E2-40E9-A26D-F32B9663E177}" type="presOf" srcId="{0BD1A780-6A2B-4426-9F02-4020473B0580}" destId="{4D8DA4E8-F303-4D15-A559-2B8A38DE6310}" srcOrd="0" destOrd="0" presId="urn:microsoft.com/office/officeart/2018/2/layout/IconLabelDescriptionList"/>
    <dgm:cxn modelId="{FBC7D923-F526-4578-8382-71B6E8DE0D49}" type="presOf" srcId="{652BE008-B753-4675-8E28-3B9E272C4AA6}" destId="{E66A9A7C-9CF3-4AD7-B09D-697A30DC9CB1}" srcOrd="0" destOrd="0" presId="urn:microsoft.com/office/officeart/2018/2/layout/IconLabelDescriptionList"/>
    <dgm:cxn modelId="{1455B627-F7A9-4FD5-9184-DB2B950A8966}" srcId="{0BD1A780-6A2B-4426-9F02-4020473B0580}" destId="{6430BBDF-E13E-4524-A32D-3E6252391CE8}" srcOrd="2" destOrd="0" parTransId="{C333B03B-33E2-446E-B121-82970FBA8A80}" sibTransId="{EC26321A-C16E-49AE-BA5F-8A5116E4FD77}"/>
    <dgm:cxn modelId="{B9C42F2F-B427-4FD7-B06F-B0CD01008435}" srcId="{3C9DC230-34F2-43FA-9D6E-E19CBEBCD32D}" destId="{0BD1A780-6A2B-4426-9F02-4020473B0580}" srcOrd="2" destOrd="0" parTransId="{A414064F-64E4-4735-8413-A2D2E38DB7DE}" sibTransId="{D9B1F392-D435-4140-B41C-1887942A8324}"/>
    <dgm:cxn modelId="{D200B935-0653-4637-B291-AAF1BCE10DA5}" srcId="{3C9DC230-34F2-43FA-9D6E-E19CBEBCD32D}" destId="{652BE008-B753-4675-8E28-3B9E272C4AA6}" srcOrd="1" destOrd="0" parTransId="{06B8586D-D08D-412D-9B31-6F3FB6884A9F}" sibTransId="{46990FDD-8E48-4F7B-B398-3ADEA9A5D1D3}"/>
    <dgm:cxn modelId="{F51DB43C-E0ED-4F87-B8A7-326CE70C8BD3}" srcId="{3C9DC230-34F2-43FA-9D6E-E19CBEBCD32D}" destId="{DBDE4BAF-6F58-4AAC-86E8-F813ECD31DFB}" srcOrd="0" destOrd="0" parTransId="{38D71BED-9C7E-4A62-B404-6DF712F564E4}" sibTransId="{B6F2D7C8-37BF-494E-8F11-372411F774BF}"/>
    <dgm:cxn modelId="{E9ACAE40-556E-4A32-A9C7-9B549D62DEC2}" type="presOf" srcId="{DBDE4BAF-6F58-4AAC-86E8-F813ECD31DFB}" destId="{76D94B4A-F443-4729-B225-36397839EFB2}" srcOrd="0" destOrd="0" presId="urn:microsoft.com/office/officeart/2018/2/layout/IconLabelDescriptionList"/>
    <dgm:cxn modelId="{FDFCB496-9DC9-48A7-9DD9-FA9A301C67D8}" type="presOf" srcId="{96BBA02A-98F5-4962-990D-DB86D1212A1D}" destId="{DC9A2D78-415C-4C1C-8B23-3A214EE60BFC}" srcOrd="0" destOrd="1" presId="urn:microsoft.com/office/officeart/2018/2/layout/IconLabelDescriptionList"/>
    <dgm:cxn modelId="{A75C19AC-0050-44D0-80D3-B59C360E4F8B}" srcId="{0BD1A780-6A2B-4426-9F02-4020473B0580}" destId="{96BBA02A-98F5-4962-990D-DB86D1212A1D}" srcOrd="1" destOrd="0" parTransId="{58CA89BA-C334-4689-B2DD-7473730D4666}" sibTransId="{57E46B73-0EAF-4735-8E86-AB57B1B588C2}"/>
    <dgm:cxn modelId="{21D7A9AF-1D9A-44E0-8128-31E6919481B5}" type="presOf" srcId="{3C9DC230-34F2-43FA-9D6E-E19CBEBCD32D}" destId="{82543EF9-A385-4386-8355-32D9655E0046}" srcOrd="0" destOrd="0" presId="urn:microsoft.com/office/officeart/2018/2/layout/IconLabelDescriptionList"/>
    <dgm:cxn modelId="{742EEBB4-08DC-4AE6-A919-4D9FF6B6B0A2}" type="presOf" srcId="{6430BBDF-E13E-4524-A32D-3E6252391CE8}" destId="{DC9A2D78-415C-4C1C-8B23-3A214EE60BFC}" srcOrd="0" destOrd="2" presId="urn:microsoft.com/office/officeart/2018/2/layout/IconLabelDescriptionList"/>
    <dgm:cxn modelId="{26C0B1C9-E3CF-4168-99FB-8109CEA65719}" srcId="{0BD1A780-6A2B-4426-9F02-4020473B0580}" destId="{54FD5A3C-91B9-4879-8C7C-12F05D635456}" srcOrd="0" destOrd="0" parTransId="{CDC0DEE7-DF93-4EC2-A02A-F174B53710BD}" sibTransId="{B6E45A4F-5103-4E25-9E7C-D8311ABF52D9}"/>
    <dgm:cxn modelId="{0CAA3BE0-58E3-4AC4-A05E-01E6DB5A09B9}" type="presOf" srcId="{54FD5A3C-91B9-4879-8C7C-12F05D635456}" destId="{DC9A2D78-415C-4C1C-8B23-3A214EE60BFC}" srcOrd="0" destOrd="0" presId="urn:microsoft.com/office/officeart/2018/2/layout/IconLabelDescriptionList"/>
    <dgm:cxn modelId="{35B377B0-05D4-4FB1-B0C1-4D4D9D29B345}" type="presParOf" srcId="{82543EF9-A385-4386-8355-32D9655E0046}" destId="{CC452424-ED01-400A-8C48-3F0214FB2087}" srcOrd="0" destOrd="0" presId="urn:microsoft.com/office/officeart/2018/2/layout/IconLabelDescriptionList"/>
    <dgm:cxn modelId="{736426B9-ABA8-4297-B07F-2855BBEF0FF2}" type="presParOf" srcId="{CC452424-ED01-400A-8C48-3F0214FB2087}" destId="{CBA6C294-B86C-4C70-993B-F113340592E4}" srcOrd="0" destOrd="0" presId="urn:microsoft.com/office/officeart/2018/2/layout/IconLabelDescriptionList"/>
    <dgm:cxn modelId="{ECDF6D53-72AA-4177-A607-104B023C971E}" type="presParOf" srcId="{CC452424-ED01-400A-8C48-3F0214FB2087}" destId="{163394A0-AA5D-4148-AEBB-07AEDEB71B2D}" srcOrd="1" destOrd="0" presId="urn:microsoft.com/office/officeart/2018/2/layout/IconLabelDescriptionList"/>
    <dgm:cxn modelId="{E5DBB7A5-56A5-44D8-8D77-2C982167F69B}" type="presParOf" srcId="{CC452424-ED01-400A-8C48-3F0214FB2087}" destId="{76D94B4A-F443-4729-B225-36397839EFB2}" srcOrd="2" destOrd="0" presId="urn:microsoft.com/office/officeart/2018/2/layout/IconLabelDescriptionList"/>
    <dgm:cxn modelId="{C7F9CF1B-809B-4DC6-A5FC-CA7510E1DA7D}" type="presParOf" srcId="{CC452424-ED01-400A-8C48-3F0214FB2087}" destId="{2DA17BC9-4E27-4C66-BB8B-171497261159}" srcOrd="3" destOrd="0" presId="urn:microsoft.com/office/officeart/2018/2/layout/IconLabelDescriptionList"/>
    <dgm:cxn modelId="{FE5D781F-EC8D-4E94-80EA-20B34EFC1CAB}" type="presParOf" srcId="{CC452424-ED01-400A-8C48-3F0214FB2087}" destId="{6F0EB1D0-5CB7-4C03-8B89-BB70C47DEB42}" srcOrd="4" destOrd="0" presId="urn:microsoft.com/office/officeart/2018/2/layout/IconLabelDescriptionList"/>
    <dgm:cxn modelId="{0F3C0933-D633-44C1-9B92-B4AE2E33B205}" type="presParOf" srcId="{82543EF9-A385-4386-8355-32D9655E0046}" destId="{65355850-5981-4DC0-A367-EB70EB65E759}" srcOrd="1" destOrd="0" presId="urn:microsoft.com/office/officeart/2018/2/layout/IconLabelDescriptionList"/>
    <dgm:cxn modelId="{A48D4825-DBF6-4D20-A5BA-04C44B407AE6}" type="presParOf" srcId="{82543EF9-A385-4386-8355-32D9655E0046}" destId="{80779134-4C3F-451C-ADE6-CB53C0E01184}" srcOrd="2" destOrd="0" presId="urn:microsoft.com/office/officeart/2018/2/layout/IconLabelDescriptionList"/>
    <dgm:cxn modelId="{9B918BF2-23DB-409E-A716-2E5B39815318}" type="presParOf" srcId="{80779134-4C3F-451C-ADE6-CB53C0E01184}" destId="{6089741D-7327-46B1-8018-22CD43CD7CB3}" srcOrd="0" destOrd="0" presId="urn:microsoft.com/office/officeart/2018/2/layout/IconLabelDescriptionList"/>
    <dgm:cxn modelId="{3E3EEB45-5BDE-41E9-A29A-7CD8F6309E1F}" type="presParOf" srcId="{80779134-4C3F-451C-ADE6-CB53C0E01184}" destId="{ECA08686-5B1F-43F1-94FE-1A9C3FDD1B80}" srcOrd="1" destOrd="0" presId="urn:microsoft.com/office/officeart/2018/2/layout/IconLabelDescriptionList"/>
    <dgm:cxn modelId="{C21E94DF-2A03-4EDC-83E7-2335776580B8}" type="presParOf" srcId="{80779134-4C3F-451C-ADE6-CB53C0E01184}" destId="{E66A9A7C-9CF3-4AD7-B09D-697A30DC9CB1}" srcOrd="2" destOrd="0" presId="urn:microsoft.com/office/officeart/2018/2/layout/IconLabelDescriptionList"/>
    <dgm:cxn modelId="{DFEB94D7-732C-49F0-8A23-C144E93094FD}" type="presParOf" srcId="{80779134-4C3F-451C-ADE6-CB53C0E01184}" destId="{58AB1712-13C6-469A-B7FF-6E8739B4F6B7}" srcOrd="3" destOrd="0" presId="urn:microsoft.com/office/officeart/2018/2/layout/IconLabelDescriptionList"/>
    <dgm:cxn modelId="{13D7BC5F-24CF-469A-A1D6-1661B010A642}" type="presParOf" srcId="{80779134-4C3F-451C-ADE6-CB53C0E01184}" destId="{B00E5C0A-8320-4042-B891-F66673932655}" srcOrd="4" destOrd="0" presId="urn:microsoft.com/office/officeart/2018/2/layout/IconLabelDescriptionList"/>
    <dgm:cxn modelId="{5458B8BE-FC22-4212-94EA-074C3CD6E082}" type="presParOf" srcId="{82543EF9-A385-4386-8355-32D9655E0046}" destId="{4EE38A64-B59B-49E7-8AA1-C313C4C01348}" srcOrd="3" destOrd="0" presId="urn:microsoft.com/office/officeart/2018/2/layout/IconLabelDescriptionList"/>
    <dgm:cxn modelId="{CB5EC929-6C8A-4335-83A0-CBA49CD3FA46}" type="presParOf" srcId="{82543EF9-A385-4386-8355-32D9655E0046}" destId="{E5184A48-E05D-44E9-B928-3850EE8C3C5E}" srcOrd="4" destOrd="0" presId="urn:microsoft.com/office/officeart/2018/2/layout/IconLabelDescriptionList"/>
    <dgm:cxn modelId="{AEB25D06-F149-4074-A42C-C00B53C5FF8C}" type="presParOf" srcId="{E5184A48-E05D-44E9-B928-3850EE8C3C5E}" destId="{90252E4A-3C31-4819-8A6E-B8A868C882AC}" srcOrd="0" destOrd="0" presId="urn:microsoft.com/office/officeart/2018/2/layout/IconLabelDescriptionList"/>
    <dgm:cxn modelId="{571028E4-2DC3-4BB6-9F3E-22AAA95B55B6}" type="presParOf" srcId="{E5184A48-E05D-44E9-B928-3850EE8C3C5E}" destId="{04D0F57C-FDAF-4CA3-B5E5-60B75D92A951}" srcOrd="1" destOrd="0" presId="urn:microsoft.com/office/officeart/2018/2/layout/IconLabelDescriptionList"/>
    <dgm:cxn modelId="{A1CB963C-C56C-485D-BDF2-763830239FAA}" type="presParOf" srcId="{E5184A48-E05D-44E9-B928-3850EE8C3C5E}" destId="{4D8DA4E8-F303-4D15-A559-2B8A38DE6310}" srcOrd="2" destOrd="0" presId="urn:microsoft.com/office/officeart/2018/2/layout/IconLabelDescriptionList"/>
    <dgm:cxn modelId="{34CD0866-ADD7-4046-8072-6A4307D9B406}" type="presParOf" srcId="{E5184A48-E05D-44E9-B928-3850EE8C3C5E}" destId="{93AB07DD-9A85-43E4-ACCD-AFD0F5D21D5F}" srcOrd="3" destOrd="0" presId="urn:microsoft.com/office/officeart/2018/2/layout/IconLabelDescriptionList"/>
    <dgm:cxn modelId="{73B63991-88F5-4185-8312-EF535E7F12E4}" type="presParOf" srcId="{E5184A48-E05D-44E9-B928-3850EE8C3C5E}" destId="{DC9A2D78-415C-4C1C-8B23-3A214EE60BF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1E538-EB9F-4238-A0CD-DD4E9ED3CA8F}" type="doc">
      <dgm:prSet loTypeId="urn:microsoft.com/office/officeart/2016/7/layout/Horizontal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D71CA5-79CA-4FD2-BE61-0323DE30F0BA}">
      <dgm:prSet/>
      <dgm:spPr/>
      <dgm:t>
        <a:bodyPr/>
        <a:lstStyle/>
        <a:p>
          <a:r>
            <a:rPr lang="en-US"/>
            <a:t>Build</a:t>
          </a:r>
        </a:p>
      </dgm:t>
    </dgm:pt>
    <dgm:pt modelId="{C7224B17-D703-4C9D-85E7-5391CCF7F8E7}" type="parTrans" cxnId="{45BCC14E-410A-4152-8A7E-AF2EF99795DC}">
      <dgm:prSet/>
      <dgm:spPr/>
      <dgm:t>
        <a:bodyPr/>
        <a:lstStyle/>
        <a:p>
          <a:endParaRPr lang="en-US"/>
        </a:p>
      </dgm:t>
    </dgm:pt>
    <dgm:pt modelId="{E73AE055-6709-4DEF-8B0B-20F27207AC96}" type="sibTrans" cxnId="{45BCC14E-410A-4152-8A7E-AF2EF99795DC}">
      <dgm:prSet/>
      <dgm:spPr/>
      <dgm:t>
        <a:bodyPr/>
        <a:lstStyle/>
        <a:p>
          <a:endParaRPr lang="en-US"/>
        </a:p>
      </dgm:t>
    </dgm:pt>
    <dgm:pt modelId="{163693BB-D358-4E04-89F2-8731B66F9F40}">
      <dgm:prSet/>
      <dgm:spPr/>
      <dgm:t>
        <a:bodyPr/>
        <a:lstStyle/>
        <a:p>
          <a:r>
            <a:rPr lang="en-US"/>
            <a:t>Build an end‑to‑end cloud data pipeline for insurance claims analytics.</a:t>
          </a:r>
        </a:p>
      </dgm:t>
    </dgm:pt>
    <dgm:pt modelId="{797180B3-7484-4945-BA42-CC96937958C7}" type="parTrans" cxnId="{CB77B09D-C5B6-4F6C-B612-D871CEF1CA49}">
      <dgm:prSet/>
      <dgm:spPr/>
      <dgm:t>
        <a:bodyPr/>
        <a:lstStyle/>
        <a:p>
          <a:endParaRPr lang="en-US"/>
        </a:p>
      </dgm:t>
    </dgm:pt>
    <dgm:pt modelId="{7EF0FD59-D83B-48DE-8233-2459729896C7}" type="sibTrans" cxnId="{CB77B09D-C5B6-4F6C-B612-D871CEF1CA49}">
      <dgm:prSet/>
      <dgm:spPr/>
      <dgm:t>
        <a:bodyPr/>
        <a:lstStyle/>
        <a:p>
          <a:endParaRPr lang="en-US"/>
        </a:p>
      </dgm:t>
    </dgm:pt>
    <dgm:pt modelId="{BC881CDA-FE0C-4D3E-B373-05CF91068AC7}">
      <dgm:prSet/>
      <dgm:spPr/>
      <dgm:t>
        <a:bodyPr/>
        <a:lstStyle/>
        <a:p>
          <a:r>
            <a:rPr lang="en-US"/>
            <a:t>Standardize</a:t>
          </a:r>
        </a:p>
      </dgm:t>
    </dgm:pt>
    <dgm:pt modelId="{41A4B6F5-5937-4938-AC5A-A528AC09747A}" type="parTrans" cxnId="{9D1A7D33-1521-4835-AA99-B3EA8B76FE6A}">
      <dgm:prSet/>
      <dgm:spPr/>
      <dgm:t>
        <a:bodyPr/>
        <a:lstStyle/>
        <a:p>
          <a:endParaRPr lang="en-US"/>
        </a:p>
      </dgm:t>
    </dgm:pt>
    <dgm:pt modelId="{87A59615-455A-45D0-8D10-FCE56636A6BE}" type="sibTrans" cxnId="{9D1A7D33-1521-4835-AA99-B3EA8B76FE6A}">
      <dgm:prSet/>
      <dgm:spPr/>
      <dgm:t>
        <a:bodyPr/>
        <a:lstStyle/>
        <a:p>
          <a:endParaRPr lang="en-US"/>
        </a:p>
      </dgm:t>
    </dgm:pt>
    <dgm:pt modelId="{A886DD84-89F8-458A-9B09-DDB034648A7B}">
      <dgm:prSet/>
      <dgm:spPr/>
      <dgm:t>
        <a:bodyPr/>
        <a:lstStyle/>
        <a:p>
          <a:r>
            <a:rPr lang="en-US"/>
            <a:t>Standardize data into a star schema (fact + dimensions).</a:t>
          </a:r>
        </a:p>
      </dgm:t>
    </dgm:pt>
    <dgm:pt modelId="{60FBF762-0D57-4EEA-AA71-8FF9F4D32316}" type="parTrans" cxnId="{6AF2359D-5875-476A-952F-C184AC38B470}">
      <dgm:prSet/>
      <dgm:spPr/>
      <dgm:t>
        <a:bodyPr/>
        <a:lstStyle/>
        <a:p>
          <a:endParaRPr lang="en-US"/>
        </a:p>
      </dgm:t>
    </dgm:pt>
    <dgm:pt modelId="{43B29993-D266-4D23-B6B7-4E59D85ABABE}" type="sibTrans" cxnId="{6AF2359D-5875-476A-952F-C184AC38B470}">
      <dgm:prSet/>
      <dgm:spPr/>
      <dgm:t>
        <a:bodyPr/>
        <a:lstStyle/>
        <a:p>
          <a:endParaRPr lang="en-US"/>
        </a:p>
      </dgm:t>
    </dgm:pt>
    <dgm:pt modelId="{6AC18C44-F713-4816-8328-63F6E19693E5}">
      <dgm:prSet/>
      <dgm:spPr/>
      <dgm:t>
        <a:bodyPr/>
        <a:lstStyle/>
        <a:p>
          <a:r>
            <a:rPr lang="en-US"/>
            <a:t>Validate</a:t>
          </a:r>
        </a:p>
      </dgm:t>
    </dgm:pt>
    <dgm:pt modelId="{D7DC4E7B-85ED-4A90-A3CA-39B4E90A5D72}" type="parTrans" cxnId="{1AFCC5A1-9F87-4301-A4B8-054B325CE7E7}">
      <dgm:prSet/>
      <dgm:spPr/>
      <dgm:t>
        <a:bodyPr/>
        <a:lstStyle/>
        <a:p>
          <a:endParaRPr lang="en-US"/>
        </a:p>
      </dgm:t>
    </dgm:pt>
    <dgm:pt modelId="{87827913-3088-434B-B0E3-42D8DA50057A}" type="sibTrans" cxnId="{1AFCC5A1-9F87-4301-A4B8-054B325CE7E7}">
      <dgm:prSet/>
      <dgm:spPr/>
      <dgm:t>
        <a:bodyPr/>
        <a:lstStyle/>
        <a:p>
          <a:endParaRPr lang="en-US"/>
        </a:p>
      </dgm:t>
    </dgm:pt>
    <dgm:pt modelId="{39D5D473-F582-4D71-A994-FDA593D73427}">
      <dgm:prSet/>
      <dgm:spPr/>
      <dgm:t>
        <a:bodyPr/>
        <a:lstStyle/>
        <a:p>
          <a:r>
            <a:rPr lang="en-US"/>
            <a:t>Validate gold data via Athena.</a:t>
          </a:r>
        </a:p>
      </dgm:t>
    </dgm:pt>
    <dgm:pt modelId="{938D7727-8DFE-4314-A281-1A71792432E3}" type="parTrans" cxnId="{9D038BE6-5DD8-4033-A4C1-28DE9AB2251B}">
      <dgm:prSet/>
      <dgm:spPr/>
      <dgm:t>
        <a:bodyPr/>
        <a:lstStyle/>
        <a:p>
          <a:endParaRPr lang="en-US"/>
        </a:p>
      </dgm:t>
    </dgm:pt>
    <dgm:pt modelId="{F66F33A7-8D89-4D35-9986-21EC743EB352}" type="sibTrans" cxnId="{9D038BE6-5DD8-4033-A4C1-28DE9AB2251B}">
      <dgm:prSet/>
      <dgm:spPr/>
      <dgm:t>
        <a:bodyPr/>
        <a:lstStyle/>
        <a:p>
          <a:endParaRPr lang="en-US"/>
        </a:p>
      </dgm:t>
    </dgm:pt>
    <dgm:pt modelId="{7F224B76-BFCD-432C-B4AD-3598D5F04406}">
      <dgm:prSet/>
      <dgm:spPr/>
      <dgm:t>
        <a:bodyPr/>
        <a:lstStyle/>
        <a:p>
          <a:r>
            <a:rPr lang="en-US"/>
            <a:t>Load</a:t>
          </a:r>
        </a:p>
      </dgm:t>
    </dgm:pt>
    <dgm:pt modelId="{B0FC6CD6-1D40-4BAF-A35C-E6D8B603E709}" type="parTrans" cxnId="{56D02D15-2D42-43FD-8032-33CCF82E0D54}">
      <dgm:prSet/>
      <dgm:spPr/>
      <dgm:t>
        <a:bodyPr/>
        <a:lstStyle/>
        <a:p>
          <a:endParaRPr lang="en-US"/>
        </a:p>
      </dgm:t>
    </dgm:pt>
    <dgm:pt modelId="{76A38E90-8274-4A38-A9EF-7CA88A058AA6}" type="sibTrans" cxnId="{56D02D15-2D42-43FD-8032-33CCF82E0D54}">
      <dgm:prSet/>
      <dgm:spPr/>
      <dgm:t>
        <a:bodyPr/>
        <a:lstStyle/>
        <a:p>
          <a:endParaRPr lang="en-US"/>
        </a:p>
      </dgm:t>
    </dgm:pt>
    <dgm:pt modelId="{D2F4B642-447C-4222-AFBB-E802C5C6BC15}">
      <dgm:prSet/>
      <dgm:spPr/>
      <dgm:t>
        <a:bodyPr/>
        <a:lstStyle/>
        <a:p>
          <a:r>
            <a:rPr lang="en-US"/>
            <a:t>Load curated data into Redshift.</a:t>
          </a:r>
        </a:p>
      </dgm:t>
    </dgm:pt>
    <dgm:pt modelId="{DE7E7FB0-3F4B-405D-A757-824A70C8D150}" type="parTrans" cxnId="{9C0F1332-DE66-48CD-A68E-4F69217BCC1D}">
      <dgm:prSet/>
      <dgm:spPr/>
      <dgm:t>
        <a:bodyPr/>
        <a:lstStyle/>
        <a:p>
          <a:endParaRPr lang="en-US"/>
        </a:p>
      </dgm:t>
    </dgm:pt>
    <dgm:pt modelId="{EB32CC33-6E66-4FB5-A110-F6E5F0CEDF0A}" type="sibTrans" cxnId="{9C0F1332-DE66-48CD-A68E-4F69217BCC1D}">
      <dgm:prSet/>
      <dgm:spPr/>
      <dgm:t>
        <a:bodyPr/>
        <a:lstStyle/>
        <a:p>
          <a:endParaRPr lang="en-US"/>
        </a:p>
      </dgm:t>
    </dgm:pt>
    <dgm:pt modelId="{C1E3B1DF-40D7-439B-9BB2-79BCE570F2CC}">
      <dgm:prSet/>
      <dgm:spPr/>
      <dgm:t>
        <a:bodyPr/>
        <a:lstStyle/>
        <a:p>
          <a:r>
            <a:rPr lang="en-US"/>
            <a:t>Deliver</a:t>
          </a:r>
        </a:p>
      </dgm:t>
    </dgm:pt>
    <dgm:pt modelId="{DC0804C4-D316-4554-81BF-9DD0EE14D428}" type="parTrans" cxnId="{964F0061-74B0-4601-94CB-BA3AA74A1438}">
      <dgm:prSet/>
      <dgm:spPr/>
      <dgm:t>
        <a:bodyPr/>
        <a:lstStyle/>
        <a:p>
          <a:endParaRPr lang="en-US"/>
        </a:p>
      </dgm:t>
    </dgm:pt>
    <dgm:pt modelId="{66AAA7D3-765E-4F3F-A573-956B2C2CE50B}" type="sibTrans" cxnId="{964F0061-74B0-4601-94CB-BA3AA74A1438}">
      <dgm:prSet/>
      <dgm:spPr/>
      <dgm:t>
        <a:bodyPr/>
        <a:lstStyle/>
        <a:p>
          <a:endParaRPr lang="en-US"/>
        </a:p>
      </dgm:t>
    </dgm:pt>
    <dgm:pt modelId="{A94F8A26-B722-4933-9D7E-33E32E05334A}">
      <dgm:prSet/>
      <dgm:spPr/>
      <dgm:t>
        <a:bodyPr/>
        <a:lstStyle/>
        <a:p>
          <a:r>
            <a:rPr lang="en-US"/>
            <a:t>Deliver output tables for key business questions (disease, age, profitability, utilization, rejections, etc.).</a:t>
          </a:r>
        </a:p>
      </dgm:t>
    </dgm:pt>
    <dgm:pt modelId="{62E6FCC1-AF71-4B20-93D4-9D25D6D39B56}" type="parTrans" cxnId="{AE427A4B-866C-41DA-8D1B-4B7ECEE749D0}">
      <dgm:prSet/>
      <dgm:spPr/>
      <dgm:t>
        <a:bodyPr/>
        <a:lstStyle/>
        <a:p>
          <a:endParaRPr lang="en-US"/>
        </a:p>
      </dgm:t>
    </dgm:pt>
    <dgm:pt modelId="{C965881F-2E67-49B5-96E7-0896F56F6EAF}" type="sibTrans" cxnId="{AE427A4B-866C-41DA-8D1B-4B7ECEE749D0}">
      <dgm:prSet/>
      <dgm:spPr/>
      <dgm:t>
        <a:bodyPr/>
        <a:lstStyle/>
        <a:p>
          <a:endParaRPr lang="en-US"/>
        </a:p>
      </dgm:t>
    </dgm:pt>
    <dgm:pt modelId="{B45AE1F4-66C8-430F-A5DD-1300DEF3187D}" type="pres">
      <dgm:prSet presAssocID="{52E1E538-EB9F-4238-A0CD-DD4E9ED3CA8F}" presName="Name0" presStyleCnt="0">
        <dgm:presLayoutVars>
          <dgm:dir/>
          <dgm:animLvl val="lvl"/>
          <dgm:resizeHandles val="exact"/>
        </dgm:presLayoutVars>
      </dgm:prSet>
      <dgm:spPr/>
    </dgm:pt>
    <dgm:pt modelId="{84957F3D-0032-4BB9-87E5-55F23793B72B}" type="pres">
      <dgm:prSet presAssocID="{E6D71CA5-79CA-4FD2-BE61-0323DE30F0BA}" presName="composite" presStyleCnt="0"/>
      <dgm:spPr/>
    </dgm:pt>
    <dgm:pt modelId="{DEFD159F-D3DC-4DD5-8E7F-D349F1DB4EAC}" type="pres">
      <dgm:prSet presAssocID="{E6D71CA5-79CA-4FD2-BE61-0323DE30F0BA}" presName="parTx" presStyleLbl="alignNode1" presStyleIdx="0" presStyleCnt="5">
        <dgm:presLayoutVars>
          <dgm:chMax val="0"/>
          <dgm:chPref val="0"/>
        </dgm:presLayoutVars>
      </dgm:prSet>
      <dgm:spPr/>
    </dgm:pt>
    <dgm:pt modelId="{6005BD28-5BAE-4E66-9B74-E5AA5F30861F}" type="pres">
      <dgm:prSet presAssocID="{E6D71CA5-79CA-4FD2-BE61-0323DE30F0BA}" presName="desTx" presStyleLbl="alignAccFollowNode1" presStyleIdx="0" presStyleCnt="5">
        <dgm:presLayoutVars/>
      </dgm:prSet>
      <dgm:spPr/>
    </dgm:pt>
    <dgm:pt modelId="{438B9B5C-0C12-4692-B882-CC94CC5F873F}" type="pres">
      <dgm:prSet presAssocID="{E73AE055-6709-4DEF-8B0B-20F27207AC96}" presName="space" presStyleCnt="0"/>
      <dgm:spPr/>
    </dgm:pt>
    <dgm:pt modelId="{4DC2E0B5-7579-4F7D-AAFB-A2974D3E9DDF}" type="pres">
      <dgm:prSet presAssocID="{BC881CDA-FE0C-4D3E-B373-05CF91068AC7}" presName="composite" presStyleCnt="0"/>
      <dgm:spPr/>
    </dgm:pt>
    <dgm:pt modelId="{277DF4B8-A8EC-46E1-A7DC-9634BF260851}" type="pres">
      <dgm:prSet presAssocID="{BC881CDA-FE0C-4D3E-B373-05CF91068AC7}" presName="parTx" presStyleLbl="alignNode1" presStyleIdx="1" presStyleCnt="5">
        <dgm:presLayoutVars>
          <dgm:chMax val="0"/>
          <dgm:chPref val="0"/>
        </dgm:presLayoutVars>
      </dgm:prSet>
      <dgm:spPr/>
    </dgm:pt>
    <dgm:pt modelId="{CC62F7D7-EBDB-4235-ABE9-BE6DF93A6682}" type="pres">
      <dgm:prSet presAssocID="{BC881CDA-FE0C-4D3E-B373-05CF91068AC7}" presName="desTx" presStyleLbl="alignAccFollowNode1" presStyleIdx="1" presStyleCnt="5">
        <dgm:presLayoutVars/>
      </dgm:prSet>
      <dgm:spPr/>
    </dgm:pt>
    <dgm:pt modelId="{65EB4B56-99E9-44EF-8AEA-AD9BF504DDC3}" type="pres">
      <dgm:prSet presAssocID="{87A59615-455A-45D0-8D10-FCE56636A6BE}" presName="space" presStyleCnt="0"/>
      <dgm:spPr/>
    </dgm:pt>
    <dgm:pt modelId="{1663AA3B-AA73-47E8-B556-AC45C745FD81}" type="pres">
      <dgm:prSet presAssocID="{6AC18C44-F713-4816-8328-63F6E19693E5}" presName="composite" presStyleCnt="0"/>
      <dgm:spPr/>
    </dgm:pt>
    <dgm:pt modelId="{99034C81-3B1F-4E48-8DEB-B20E06A160C6}" type="pres">
      <dgm:prSet presAssocID="{6AC18C44-F713-4816-8328-63F6E19693E5}" presName="parTx" presStyleLbl="alignNode1" presStyleIdx="2" presStyleCnt="5">
        <dgm:presLayoutVars>
          <dgm:chMax val="0"/>
          <dgm:chPref val="0"/>
        </dgm:presLayoutVars>
      </dgm:prSet>
      <dgm:spPr/>
    </dgm:pt>
    <dgm:pt modelId="{7DA7ED5D-7B31-4F8B-886E-19FA3E01754E}" type="pres">
      <dgm:prSet presAssocID="{6AC18C44-F713-4816-8328-63F6E19693E5}" presName="desTx" presStyleLbl="alignAccFollowNode1" presStyleIdx="2" presStyleCnt="5">
        <dgm:presLayoutVars/>
      </dgm:prSet>
      <dgm:spPr/>
    </dgm:pt>
    <dgm:pt modelId="{66F5C9AF-2EAF-476F-85A9-A821B1D2D486}" type="pres">
      <dgm:prSet presAssocID="{87827913-3088-434B-B0E3-42D8DA50057A}" presName="space" presStyleCnt="0"/>
      <dgm:spPr/>
    </dgm:pt>
    <dgm:pt modelId="{C765D8FC-5CD3-47B5-9674-857B28E8ED86}" type="pres">
      <dgm:prSet presAssocID="{7F224B76-BFCD-432C-B4AD-3598D5F04406}" presName="composite" presStyleCnt="0"/>
      <dgm:spPr/>
    </dgm:pt>
    <dgm:pt modelId="{05761C44-7D73-4EEA-80BB-698505651B93}" type="pres">
      <dgm:prSet presAssocID="{7F224B76-BFCD-432C-B4AD-3598D5F04406}" presName="parTx" presStyleLbl="alignNode1" presStyleIdx="3" presStyleCnt="5">
        <dgm:presLayoutVars>
          <dgm:chMax val="0"/>
          <dgm:chPref val="0"/>
        </dgm:presLayoutVars>
      </dgm:prSet>
      <dgm:spPr/>
    </dgm:pt>
    <dgm:pt modelId="{4691755E-95CC-4DBC-81C8-A40B8CC1E2D6}" type="pres">
      <dgm:prSet presAssocID="{7F224B76-BFCD-432C-B4AD-3598D5F04406}" presName="desTx" presStyleLbl="alignAccFollowNode1" presStyleIdx="3" presStyleCnt="5">
        <dgm:presLayoutVars/>
      </dgm:prSet>
      <dgm:spPr/>
    </dgm:pt>
    <dgm:pt modelId="{1B194A1F-F64D-4148-A3C5-09A6C37A44E1}" type="pres">
      <dgm:prSet presAssocID="{76A38E90-8274-4A38-A9EF-7CA88A058AA6}" presName="space" presStyleCnt="0"/>
      <dgm:spPr/>
    </dgm:pt>
    <dgm:pt modelId="{6F34518C-F425-44BA-8FD8-8AB97EBC831D}" type="pres">
      <dgm:prSet presAssocID="{C1E3B1DF-40D7-439B-9BB2-79BCE570F2CC}" presName="composite" presStyleCnt="0"/>
      <dgm:spPr/>
    </dgm:pt>
    <dgm:pt modelId="{93C1D190-736C-49D9-A772-390EFF67A5FA}" type="pres">
      <dgm:prSet presAssocID="{C1E3B1DF-40D7-439B-9BB2-79BCE570F2CC}" presName="parTx" presStyleLbl="alignNode1" presStyleIdx="4" presStyleCnt="5">
        <dgm:presLayoutVars>
          <dgm:chMax val="0"/>
          <dgm:chPref val="0"/>
        </dgm:presLayoutVars>
      </dgm:prSet>
      <dgm:spPr/>
    </dgm:pt>
    <dgm:pt modelId="{C9F1607E-523A-4EFE-B785-8545D1DCCA3B}" type="pres">
      <dgm:prSet presAssocID="{C1E3B1DF-40D7-439B-9BB2-79BCE570F2CC}" presName="desTx" presStyleLbl="alignAccFollowNode1" presStyleIdx="4" presStyleCnt="5">
        <dgm:presLayoutVars/>
      </dgm:prSet>
      <dgm:spPr/>
    </dgm:pt>
  </dgm:ptLst>
  <dgm:cxnLst>
    <dgm:cxn modelId="{09986C0B-7A83-411A-B1D7-B23B1DA633C6}" type="presOf" srcId="{6AC18C44-F713-4816-8328-63F6E19693E5}" destId="{99034C81-3B1F-4E48-8DEB-B20E06A160C6}" srcOrd="0" destOrd="0" presId="urn:microsoft.com/office/officeart/2016/7/layout/HorizontalActionList"/>
    <dgm:cxn modelId="{6A91650E-AA85-4B47-933F-420DDB97E37C}" type="presOf" srcId="{E6D71CA5-79CA-4FD2-BE61-0323DE30F0BA}" destId="{DEFD159F-D3DC-4DD5-8E7F-D349F1DB4EAC}" srcOrd="0" destOrd="0" presId="urn:microsoft.com/office/officeart/2016/7/layout/HorizontalActionList"/>
    <dgm:cxn modelId="{56D02D15-2D42-43FD-8032-33CCF82E0D54}" srcId="{52E1E538-EB9F-4238-A0CD-DD4E9ED3CA8F}" destId="{7F224B76-BFCD-432C-B4AD-3598D5F04406}" srcOrd="3" destOrd="0" parTransId="{B0FC6CD6-1D40-4BAF-A35C-E6D8B603E709}" sibTransId="{76A38E90-8274-4A38-A9EF-7CA88A058AA6}"/>
    <dgm:cxn modelId="{9C0F1332-DE66-48CD-A68E-4F69217BCC1D}" srcId="{7F224B76-BFCD-432C-B4AD-3598D5F04406}" destId="{D2F4B642-447C-4222-AFBB-E802C5C6BC15}" srcOrd="0" destOrd="0" parTransId="{DE7E7FB0-3F4B-405D-A757-824A70C8D150}" sibTransId="{EB32CC33-6E66-4FB5-A110-F6E5F0CEDF0A}"/>
    <dgm:cxn modelId="{9D1A7D33-1521-4835-AA99-B3EA8B76FE6A}" srcId="{52E1E538-EB9F-4238-A0CD-DD4E9ED3CA8F}" destId="{BC881CDA-FE0C-4D3E-B373-05CF91068AC7}" srcOrd="1" destOrd="0" parTransId="{41A4B6F5-5937-4938-AC5A-A528AC09747A}" sibTransId="{87A59615-455A-45D0-8D10-FCE56636A6BE}"/>
    <dgm:cxn modelId="{964F0061-74B0-4601-94CB-BA3AA74A1438}" srcId="{52E1E538-EB9F-4238-A0CD-DD4E9ED3CA8F}" destId="{C1E3B1DF-40D7-439B-9BB2-79BCE570F2CC}" srcOrd="4" destOrd="0" parTransId="{DC0804C4-D316-4554-81BF-9DD0EE14D428}" sibTransId="{66AAA7D3-765E-4F3F-A573-956B2C2CE50B}"/>
    <dgm:cxn modelId="{16AC0344-357E-4C11-9069-C347F31A195F}" type="presOf" srcId="{A886DD84-89F8-458A-9B09-DDB034648A7B}" destId="{CC62F7D7-EBDB-4235-ABE9-BE6DF93A6682}" srcOrd="0" destOrd="0" presId="urn:microsoft.com/office/officeart/2016/7/layout/HorizontalActionList"/>
    <dgm:cxn modelId="{B45D9465-1F5B-43FB-85CE-D81F5CC6B826}" type="presOf" srcId="{7F224B76-BFCD-432C-B4AD-3598D5F04406}" destId="{05761C44-7D73-4EEA-80BB-698505651B93}" srcOrd="0" destOrd="0" presId="urn:microsoft.com/office/officeart/2016/7/layout/HorizontalActionList"/>
    <dgm:cxn modelId="{E51B4069-068A-4621-B462-230E7BC62C5F}" type="presOf" srcId="{D2F4B642-447C-4222-AFBB-E802C5C6BC15}" destId="{4691755E-95CC-4DBC-81C8-A40B8CC1E2D6}" srcOrd="0" destOrd="0" presId="urn:microsoft.com/office/officeart/2016/7/layout/HorizontalActionList"/>
    <dgm:cxn modelId="{AE427A4B-866C-41DA-8D1B-4B7ECEE749D0}" srcId="{C1E3B1DF-40D7-439B-9BB2-79BCE570F2CC}" destId="{A94F8A26-B722-4933-9D7E-33E32E05334A}" srcOrd="0" destOrd="0" parTransId="{62E6FCC1-AF71-4B20-93D4-9D25D6D39B56}" sibTransId="{C965881F-2E67-49B5-96E7-0896F56F6EAF}"/>
    <dgm:cxn modelId="{E764106D-5E30-45DF-8F07-A1AB82A4D98C}" type="presOf" srcId="{52E1E538-EB9F-4238-A0CD-DD4E9ED3CA8F}" destId="{B45AE1F4-66C8-430F-A5DD-1300DEF3187D}" srcOrd="0" destOrd="0" presId="urn:microsoft.com/office/officeart/2016/7/layout/HorizontalActionList"/>
    <dgm:cxn modelId="{45BCC14E-410A-4152-8A7E-AF2EF99795DC}" srcId="{52E1E538-EB9F-4238-A0CD-DD4E9ED3CA8F}" destId="{E6D71CA5-79CA-4FD2-BE61-0323DE30F0BA}" srcOrd="0" destOrd="0" parTransId="{C7224B17-D703-4C9D-85E7-5391CCF7F8E7}" sibTransId="{E73AE055-6709-4DEF-8B0B-20F27207AC96}"/>
    <dgm:cxn modelId="{CF42318D-DBB3-4A4C-8D9D-0FA1079D6E37}" type="presOf" srcId="{A94F8A26-B722-4933-9D7E-33E32E05334A}" destId="{C9F1607E-523A-4EFE-B785-8545D1DCCA3B}" srcOrd="0" destOrd="0" presId="urn:microsoft.com/office/officeart/2016/7/layout/HorizontalActionList"/>
    <dgm:cxn modelId="{6AF2359D-5875-476A-952F-C184AC38B470}" srcId="{BC881CDA-FE0C-4D3E-B373-05CF91068AC7}" destId="{A886DD84-89F8-458A-9B09-DDB034648A7B}" srcOrd="0" destOrd="0" parTransId="{60FBF762-0D57-4EEA-AA71-8FF9F4D32316}" sibTransId="{43B29993-D266-4D23-B6B7-4E59D85ABABE}"/>
    <dgm:cxn modelId="{CB77B09D-C5B6-4F6C-B612-D871CEF1CA49}" srcId="{E6D71CA5-79CA-4FD2-BE61-0323DE30F0BA}" destId="{163693BB-D358-4E04-89F2-8731B66F9F40}" srcOrd="0" destOrd="0" parTransId="{797180B3-7484-4945-BA42-CC96937958C7}" sibTransId="{7EF0FD59-D83B-48DE-8233-2459729896C7}"/>
    <dgm:cxn modelId="{1AFCC5A1-9F87-4301-A4B8-054B325CE7E7}" srcId="{52E1E538-EB9F-4238-A0CD-DD4E9ED3CA8F}" destId="{6AC18C44-F713-4816-8328-63F6E19693E5}" srcOrd="2" destOrd="0" parTransId="{D7DC4E7B-85ED-4A90-A3CA-39B4E90A5D72}" sibTransId="{87827913-3088-434B-B0E3-42D8DA50057A}"/>
    <dgm:cxn modelId="{A0E008A4-F6BA-4E01-8055-50D3E1AE8BE5}" type="presOf" srcId="{163693BB-D358-4E04-89F2-8731B66F9F40}" destId="{6005BD28-5BAE-4E66-9B74-E5AA5F30861F}" srcOrd="0" destOrd="0" presId="urn:microsoft.com/office/officeart/2016/7/layout/HorizontalActionList"/>
    <dgm:cxn modelId="{A68B6BC7-EC44-49EB-A6E4-47CFAD64FAC7}" type="presOf" srcId="{BC881CDA-FE0C-4D3E-B373-05CF91068AC7}" destId="{277DF4B8-A8EC-46E1-A7DC-9634BF260851}" srcOrd="0" destOrd="0" presId="urn:microsoft.com/office/officeart/2016/7/layout/HorizontalActionList"/>
    <dgm:cxn modelId="{9D038BE6-5DD8-4033-A4C1-28DE9AB2251B}" srcId="{6AC18C44-F713-4816-8328-63F6E19693E5}" destId="{39D5D473-F582-4D71-A994-FDA593D73427}" srcOrd="0" destOrd="0" parTransId="{938D7727-8DFE-4314-A281-1A71792432E3}" sibTransId="{F66F33A7-8D89-4D35-9986-21EC743EB352}"/>
    <dgm:cxn modelId="{BDAB4DF3-78EE-482E-8537-A07B9DC77EF6}" type="presOf" srcId="{C1E3B1DF-40D7-439B-9BB2-79BCE570F2CC}" destId="{93C1D190-736C-49D9-A772-390EFF67A5FA}" srcOrd="0" destOrd="0" presId="urn:microsoft.com/office/officeart/2016/7/layout/HorizontalActionList"/>
    <dgm:cxn modelId="{76DF2FF8-F0CB-48DA-B63D-59D419BF83CB}" type="presOf" srcId="{39D5D473-F582-4D71-A994-FDA593D73427}" destId="{7DA7ED5D-7B31-4F8B-886E-19FA3E01754E}" srcOrd="0" destOrd="0" presId="urn:microsoft.com/office/officeart/2016/7/layout/HorizontalActionList"/>
    <dgm:cxn modelId="{192FC46A-27EA-4EF6-92B5-9DB33F171D04}" type="presParOf" srcId="{B45AE1F4-66C8-430F-A5DD-1300DEF3187D}" destId="{84957F3D-0032-4BB9-87E5-55F23793B72B}" srcOrd="0" destOrd="0" presId="urn:microsoft.com/office/officeart/2016/7/layout/HorizontalActionList"/>
    <dgm:cxn modelId="{64396886-087F-4BCB-9C35-3836A38DC4FE}" type="presParOf" srcId="{84957F3D-0032-4BB9-87E5-55F23793B72B}" destId="{DEFD159F-D3DC-4DD5-8E7F-D349F1DB4EAC}" srcOrd="0" destOrd="0" presId="urn:microsoft.com/office/officeart/2016/7/layout/HorizontalActionList"/>
    <dgm:cxn modelId="{00007F85-BFE3-48D8-8E63-6AD8AF9F0418}" type="presParOf" srcId="{84957F3D-0032-4BB9-87E5-55F23793B72B}" destId="{6005BD28-5BAE-4E66-9B74-E5AA5F30861F}" srcOrd="1" destOrd="0" presId="urn:microsoft.com/office/officeart/2016/7/layout/HorizontalActionList"/>
    <dgm:cxn modelId="{86C66BFE-816A-4D2D-A92B-C70EC5735B37}" type="presParOf" srcId="{B45AE1F4-66C8-430F-A5DD-1300DEF3187D}" destId="{438B9B5C-0C12-4692-B882-CC94CC5F873F}" srcOrd="1" destOrd="0" presId="urn:microsoft.com/office/officeart/2016/7/layout/HorizontalActionList"/>
    <dgm:cxn modelId="{00DF1D65-E9F9-48F4-9FEC-08D3F8B81B24}" type="presParOf" srcId="{B45AE1F4-66C8-430F-A5DD-1300DEF3187D}" destId="{4DC2E0B5-7579-4F7D-AAFB-A2974D3E9DDF}" srcOrd="2" destOrd="0" presId="urn:microsoft.com/office/officeart/2016/7/layout/HorizontalActionList"/>
    <dgm:cxn modelId="{CE2ACBA4-67BA-4B52-9FC3-CBC8A1FD852D}" type="presParOf" srcId="{4DC2E0B5-7579-4F7D-AAFB-A2974D3E9DDF}" destId="{277DF4B8-A8EC-46E1-A7DC-9634BF260851}" srcOrd="0" destOrd="0" presId="urn:microsoft.com/office/officeart/2016/7/layout/HorizontalActionList"/>
    <dgm:cxn modelId="{8227C940-8491-4AFE-9B96-DD393A5A271F}" type="presParOf" srcId="{4DC2E0B5-7579-4F7D-AAFB-A2974D3E9DDF}" destId="{CC62F7D7-EBDB-4235-ABE9-BE6DF93A6682}" srcOrd="1" destOrd="0" presId="urn:microsoft.com/office/officeart/2016/7/layout/HorizontalActionList"/>
    <dgm:cxn modelId="{C28D6AAE-35EC-49EF-88ED-E8878E0EF419}" type="presParOf" srcId="{B45AE1F4-66C8-430F-A5DD-1300DEF3187D}" destId="{65EB4B56-99E9-44EF-8AEA-AD9BF504DDC3}" srcOrd="3" destOrd="0" presId="urn:microsoft.com/office/officeart/2016/7/layout/HorizontalActionList"/>
    <dgm:cxn modelId="{2B2895F1-F3D2-4903-8A16-10232843C8D3}" type="presParOf" srcId="{B45AE1F4-66C8-430F-A5DD-1300DEF3187D}" destId="{1663AA3B-AA73-47E8-B556-AC45C745FD81}" srcOrd="4" destOrd="0" presId="urn:microsoft.com/office/officeart/2016/7/layout/HorizontalActionList"/>
    <dgm:cxn modelId="{6407C33C-42AE-4381-8228-2E1C47F282FD}" type="presParOf" srcId="{1663AA3B-AA73-47E8-B556-AC45C745FD81}" destId="{99034C81-3B1F-4E48-8DEB-B20E06A160C6}" srcOrd="0" destOrd="0" presId="urn:microsoft.com/office/officeart/2016/7/layout/HorizontalActionList"/>
    <dgm:cxn modelId="{DB474D48-3728-49F9-932C-138D48BF166B}" type="presParOf" srcId="{1663AA3B-AA73-47E8-B556-AC45C745FD81}" destId="{7DA7ED5D-7B31-4F8B-886E-19FA3E01754E}" srcOrd="1" destOrd="0" presId="urn:microsoft.com/office/officeart/2016/7/layout/HorizontalActionList"/>
    <dgm:cxn modelId="{42C7B0AB-813F-4E0D-AABC-7B2BAD837850}" type="presParOf" srcId="{B45AE1F4-66C8-430F-A5DD-1300DEF3187D}" destId="{66F5C9AF-2EAF-476F-85A9-A821B1D2D486}" srcOrd="5" destOrd="0" presId="urn:microsoft.com/office/officeart/2016/7/layout/HorizontalActionList"/>
    <dgm:cxn modelId="{3F2A0AFD-2AAE-475B-A6DB-6C5B3FA6FDD8}" type="presParOf" srcId="{B45AE1F4-66C8-430F-A5DD-1300DEF3187D}" destId="{C765D8FC-5CD3-47B5-9674-857B28E8ED86}" srcOrd="6" destOrd="0" presId="urn:microsoft.com/office/officeart/2016/7/layout/HorizontalActionList"/>
    <dgm:cxn modelId="{52B4C08C-8F9D-42E5-AD7B-41C0BBE10D3F}" type="presParOf" srcId="{C765D8FC-5CD3-47B5-9674-857B28E8ED86}" destId="{05761C44-7D73-4EEA-80BB-698505651B93}" srcOrd="0" destOrd="0" presId="urn:microsoft.com/office/officeart/2016/7/layout/HorizontalActionList"/>
    <dgm:cxn modelId="{691AD638-6340-4229-A421-118C10CC87E7}" type="presParOf" srcId="{C765D8FC-5CD3-47B5-9674-857B28E8ED86}" destId="{4691755E-95CC-4DBC-81C8-A40B8CC1E2D6}" srcOrd="1" destOrd="0" presId="urn:microsoft.com/office/officeart/2016/7/layout/HorizontalActionList"/>
    <dgm:cxn modelId="{724B2860-778D-476B-A4AB-C07B64C4DAE8}" type="presParOf" srcId="{B45AE1F4-66C8-430F-A5DD-1300DEF3187D}" destId="{1B194A1F-F64D-4148-A3C5-09A6C37A44E1}" srcOrd="7" destOrd="0" presId="urn:microsoft.com/office/officeart/2016/7/layout/HorizontalActionList"/>
    <dgm:cxn modelId="{E43C1F5A-3B37-40A5-B6BF-2ECF4672F970}" type="presParOf" srcId="{B45AE1F4-66C8-430F-A5DD-1300DEF3187D}" destId="{6F34518C-F425-44BA-8FD8-8AB97EBC831D}" srcOrd="8" destOrd="0" presId="urn:microsoft.com/office/officeart/2016/7/layout/HorizontalActionList"/>
    <dgm:cxn modelId="{B2938B20-59DD-4AAF-A8CE-5FE2A56A1D27}" type="presParOf" srcId="{6F34518C-F425-44BA-8FD8-8AB97EBC831D}" destId="{93C1D190-736C-49D9-A772-390EFF67A5FA}" srcOrd="0" destOrd="0" presId="urn:microsoft.com/office/officeart/2016/7/layout/HorizontalActionList"/>
    <dgm:cxn modelId="{8F47AF6E-F001-4391-A04E-63234DA09F3B}" type="presParOf" srcId="{6F34518C-F425-44BA-8FD8-8AB97EBC831D}" destId="{C9F1607E-523A-4EFE-B785-8545D1DCCA3B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6FBE72-1FC3-4F7B-BA1A-17FAD2D89992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533A52-3E0D-45AE-A385-7F81AFFD55B2}">
      <dgm:prSet/>
      <dgm:spPr/>
      <dgm:t>
        <a:bodyPr/>
        <a:lstStyle/>
        <a:p>
          <a:r>
            <a:rPr lang="en-US"/>
            <a:t>Cloud &amp; Storage</a:t>
          </a:r>
        </a:p>
      </dgm:t>
    </dgm:pt>
    <dgm:pt modelId="{F2542EC5-43A0-478F-AF3C-20EAD1F3CAC7}" type="parTrans" cxnId="{23E2FC42-A433-428B-8BAE-F883329FFE60}">
      <dgm:prSet/>
      <dgm:spPr/>
      <dgm:t>
        <a:bodyPr/>
        <a:lstStyle/>
        <a:p>
          <a:endParaRPr lang="en-US"/>
        </a:p>
      </dgm:t>
    </dgm:pt>
    <dgm:pt modelId="{24FB9D51-316C-4580-BB50-7BCAE00672BF}" type="sibTrans" cxnId="{23E2FC42-A433-428B-8BAE-F883329FFE60}">
      <dgm:prSet/>
      <dgm:spPr/>
      <dgm:t>
        <a:bodyPr/>
        <a:lstStyle/>
        <a:p>
          <a:endParaRPr lang="en-US"/>
        </a:p>
      </dgm:t>
    </dgm:pt>
    <dgm:pt modelId="{215210AB-4250-479F-95C5-9133CE34CCD4}">
      <dgm:prSet/>
      <dgm:spPr/>
      <dgm:t>
        <a:bodyPr/>
        <a:lstStyle/>
        <a:p>
          <a:r>
            <a:rPr lang="en-US"/>
            <a:t>AWS S3 – raw (Bronze), cleaned (Silver), and modeled (Gold) datasets</a:t>
          </a:r>
        </a:p>
      </dgm:t>
    </dgm:pt>
    <dgm:pt modelId="{F40DF805-557F-46A9-9248-A7D85DF6EF67}" type="parTrans" cxnId="{6B63A61A-0F96-43D5-B8C7-1FF2A0AD3236}">
      <dgm:prSet/>
      <dgm:spPr/>
      <dgm:t>
        <a:bodyPr/>
        <a:lstStyle/>
        <a:p>
          <a:endParaRPr lang="en-US"/>
        </a:p>
      </dgm:t>
    </dgm:pt>
    <dgm:pt modelId="{0E0931E1-91C2-446D-BCB9-735C5D4415D2}" type="sibTrans" cxnId="{6B63A61A-0F96-43D5-B8C7-1FF2A0AD3236}">
      <dgm:prSet/>
      <dgm:spPr/>
      <dgm:t>
        <a:bodyPr/>
        <a:lstStyle/>
        <a:p>
          <a:endParaRPr lang="en-US"/>
        </a:p>
      </dgm:t>
    </dgm:pt>
    <dgm:pt modelId="{D7C4798C-D4E0-476C-B9BA-D55ED03EEB01}">
      <dgm:prSet/>
      <dgm:spPr/>
      <dgm:t>
        <a:bodyPr/>
        <a:lstStyle/>
        <a:p>
          <a:r>
            <a:rPr lang="en-US"/>
            <a:t>Data Processing</a:t>
          </a:r>
        </a:p>
      </dgm:t>
    </dgm:pt>
    <dgm:pt modelId="{1E21BFB4-DD95-4E5A-AD45-33102C1F387A}" type="parTrans" cxnId="{FE2BF550-AAC3-478C-BCD6-E61792C780AB}">
      <dgm:prSet/>
      <dgm:spPr/>
      <dgm:t>
        <a:bodyPr/>
        <a:lstStyle/>
        <a:p>
          <a:endParaRPr lang="en-US"/>
        </a:p>
      </dgm:t>
    </dgm:pt>
    <dgm:pt modelId="{82E07A40-90C8-430B-B1DC-30F0884FB316}" type="sibTrans" cxnId="{FE2BF550-AAC3-478C-BCD6-E61792C780AB}">
      <dgm:prSet/>
      <dgm:spPr/>
      <dgm:t>
        <a:bodyPr/>
        <a:lstStyle/>
        <a:p>
          <a:endParaRPr lang="en-US"/>
        </a:p>
      </dgm:t>
    </dgm:pt>
    <dgm:pt modelId="{B079569A-C960-4E29-BA7A-6DD6599D5F3C}">
      <dgm:prSet/>
      <dgm:spPr/>
      <dgm:t>
        <a:bodyPr/>
        <a:lstStyle/>
        <a:p>
          <a:r>
            <a:rPr lang="en-US"/>
            <a:t>PySpark – ETL/ELT transformations, joins, type casting, star‑schema creation</a:t>
          </a:r>
        </a:p>
      </dgm:t>
    </dgm:pt>
    <dgm:pt modelId="{19BF7E92-A4A5-4B6F-B8EE-C629BCEC15A0}" type="parTrans" cxnId="{F40EEF1F-F725-4C91-825D-DD5A16C24774}">
      <dgm:prSet/>
      <dgm:spPr/>
      <dgm:t>
        <a:bodyPr/>
        <a:lstStyle/>
        <a:p>
          <a:endParaRPr lang="en-US"/>
        </a:p>
      </dgm:t>
    </dgm:pt>
    <dgm:pt modelId="{3717EA74-09FA-41BE-8072-867F7DB3F93F}" type="sibTrans" cxnId="{F40EEF1F-F725-4C91-825D-DD5A16C24774}">
      <dgm:prSet/>
      <dgm:spPr/>
      <dgm:t>
        <a:bodyPr/>
        <a:lstStyle/>
        <a:p>
          <a:endParaRPr lang="en-US"/>
        </a:p>
      </dgm:t>
    </dgm:pt>
    <dgm:pt modelId="{8982A1A8-0C76-490F-AD3C-329F5AD1C704}">
      <dgm:prSet/>
      <dgm:spPr/>
      <dgm:t>
        <a:bodyPr/>
        <a:lstStyle/>
        <a:p>
          <a:r>
            <a:rPr lang="en-US"/>
            <a:t>Python – orchestration scripts and data preparation</a:t>
          </a:r>
        </a:p>
      </dgm:t>
    </dgm:pt>
    <dgm:pt modelId="{96F6E0F2-7C58-44A2-8508-F00BB8059F72}" type="parTrans" cxnId="{F71FCD5D-6FA2-4BF0-B2AA-5E9CE66E17D1}">
      <dgm:prSet/>
      <dgm:spPr/>
      <dgm:t>
        <a:bodyPr/>
        <a:lstStyle/>
        <a:p>
          <a:endParaRPr lang="en-US"/>
        </a:p>
      </dgm:t>
    </dgm:pt>
    <dgm:pt modelId="{C75AA752-456D-4129-8CC5-82AC29067DE0}" type="sibTrans" cxnId="{F71FCD5D-6FA2-4BF0-B2AA-5E9CE66E17D1}">
      <dgm:prSet/>
      <dgm:spPr/>
      <dgm:t>
        <a:bodyPr/>
        <a:lstStyle/>
        <a:p>
          <a:endParaRPr lang="en-US"/>
        </a:p>
      </dgm:t>
    </dgm:pt>
    <dgm:pt modelId="{00959101-6FDB-48EB-BD4B-23402F4F345B}">
      <dgm:prSet/>
      <dgm:spPr/>
      <dgm:t>
        <a:bodyPr/>
        <a:lstStyle/>
        <a:p>
          <a:r>
            <a:rPr lang="en-US"/>
            <a:t>Query &amp; Metadata Layer</a:t>
          </a:r>
        </a:p>
      </dgm:t>
    </dgm:pt>
    <dgm:pt modelId="{1A7DA56C-0540-46B4-A495-351E069FC15D}" type="parTrans" cxnId="{ACBB9611-5160-4C50-BCB9-C3B2D77F8AE3}">
      <dgm:prSet/>
      <dgm:spPr/>
      <dgm:t>
        <a:bodyPr/>
        <a:lstStyle/>
        <a:p>
          <a:endParaRPr lang="en-US"/>
        </a:p>
      </dgm:t>
    </dgm:pt>
    <dgm:pt modelId="{A3879E4B-ECEB-4A75-A858-3CA2E6335BFF}" type="sibTrans" cxnId="{ACBB9611-5160-4C50-BCB9-C3B2D77F8AE3}">
      <dgm:prSet/>
      <dgm:spPr/>
      <dgm:t>
        <a:bodyPr/>
        <a:lstStyle/>
        <a:p>
          <a:endParaRPr lang="en-US"/>
        </a:p>
      </dgm:t>
    </dgm:pt>
    <dgm:pt modelId="{54787497-3511-4D47-847B-EA3DDDFFBBFA}">
      <dgm:prSet/>
      <dgm:spPr/>
      <dgm:t>
        <a:bodyPr/>
        <a:lstStyle/>
        <a:p>
          <a:r>
            <a:rPr lang="en-US"/>
            <a:t>AWS Glue Data Catalog – table/metadata definitions for Athena</a:t>
          </a:r>
        </a:p>
      </dgm:t>
    </dgm:pt>
    <dgm:pt modelId="{D8C1A8EE-87C5-4F5D-8347-ABF08383786D}" type="parTrans" cxnId="{F075D0A5-E539-4B82-99C6-84789C6C3F08}">
      <dgm:prSet/>
      <dgm:spPr/>
      <dgm:t>
        <a:bodyPr/>
        <a:lstStyle/>
        <a:p>
          <a:endParaRPr lang="en-US"/>
        </a:p>
      </dgm:t>
    </dgm:pt>
    <dgm:pt modelId="{9C53AC8B-9FF4-45B6-9B73-992D30ABC0F1}" type="sibTrans" cxnId="{F075D0A5-E539-4B82-99C6-84789C6C3F08}">
      <dgm:prSet/>
      <dgm:spPr/>
      <dgm:t>
        <a:bodyPr/>
        <a:lstStyle/>
        <a:p>
          <a:endParaRPr lang="en-US"/>
        </a:p>
      </dgm:t>
    </dgm:pt>
    <dgm:pt modelId="{171263A0-B667-4A65-90D9-40DE20996A0C}">
      <dgm:prSet/>
      <dgm:spPr/>
      <dgm:t>
        <a:bodyPr/>
        <a:lstStyle/>
        <a:p>
          <a:r>
            <a:rPr lang="en-US"/>
            <a:t>Amazon Athena – external tables and ad‑hoc SQL validation on Gold Parquet</a:t>
          </a:r>
        </a:p>
      </dgm:t>
    </dgm:pt>
    <dgm:pt modelId="{EADE0FF9-1AC6-410E-BCE1-3E3B26602A61}" type="parTrans" cxnId="{8D9CE130-735C-4530-A1E8-42A12FC14CBB}">
      <dgm:prSet/>
      <dgm:spPr/>
      <dgm:t>
        <a:bodyPr/>
        <a:lstStyle/>
        <a:p>
          <a:endParaRPr lang="en-US"/>
        </a:p>
      </dgm:t>
    </dgm:pt>
    <dgm:pt modelId="{FDC86814-F8DD-4444-8B63-FE8A9B65C231}" type="sibTrans" cxnId="{8D9CE130-735C-4530-A1E8-42A12FC14CBB}">
      <dgm:prSet/>
      <dgm:spPr/>
      <dgm:t>
        <a:bodyPr/>
        <a:lstStyle/>
        <a:p>
          <a:endParaRPr lang="en-US"/>
        </a:p>
      </dgm:t>
    </dgm:pt>
    <dgm:pt modelId="{9029A6F4-3162-42EC-803E-8BB8C9CCC771}">
      <dgm:prSet/>
      <dgm:spPr/>
      <dgm:t>
        <a:bodyPr/>
        <a:lstStyle/>
        <a:p>
          <a:r>
            <a:rPr lang="en-US"/>
            <a:t>Data Warehouse</a:t>
          </a:r>
        </a:p>
      </dgm:t>
    </dgm:pt>
    <dgm:pt modelId="{ECBA32CD-E161-4A23-9234-B68E89E02CE3}" type="parTrans" cxnId="{32EE07E9-456A-4E30-B3AE-0D2C504E0042}">
      <dgm:prSet/>
      <dgm:spPr/>
      <dgm:t>
        <a:bodyPr/>
        <a:lstStyle/>
        <a:p>
          <a:endParaRPr lang="en-US"/>
        </a:p>
      </dgm:t>
    </dgm:pt>
    <dgm:pt modelId="{21ACC241-90FA-456F-AA56-B5A8D3D357E4}" type="sibTrans" cxnId="{32EE07E9-456A-4E30-B3AE-0D2C504E0042}">
      <dgm:prSet/>
      <dgm:spPr/>
      <dgm:t>
        <a:bodyPr/>
        <a:lstStyle/>
        <a:p>
          <a:endParaRPr lang="en-US"/>
        </a:p>
      </dgm:t>
    </dgm:pt>
    <dgm:pt modelId="{2B700BEC-B706-4E8C-A066-8468C9076897}">
      <dgm:prSet/>
      <dgm:spPr/>
      <dgm:t>
        <a:bodyPr/>
        <a:lstStyle/>
        <a:p>
          <a:r>
            <a:rPr lang="en-US"/>
            <a:t>Amazon Redshift – project_model (fact/dim tables) and project_output (use‑case tables)</a:t>
          </a:r>
        </a:p>
      </dgm:t>
    </dgm:pt>
    <dgm:pt modelId="{D4C2270E-01EE-48D9-A525-5591202075E7}" type="parTrans" cxnId="{ABF21EE3-FA43-40C4-B1DC-3AB9083B8245}">
      <dgm:prSet/>
      <dgm:spPr/>
      <dgm:t>
        <a:bodyPr/>
        <a:lstStyle/>
        <a:p>
          <a:endParaRPr lang="en-US"/>
        </a:p>
      </dgm:t>
    </dgm:pt>
    <dgm:pt modelId="{B6F184F2-C91A-49E7-A1DB-115765FB2179}" type="sibTrans" cxnId="{ABF21EE3-FA43-40C4-B1DC-3AB9083B8245}">
      <dgm:prSet/>
      <dgm:spPr/>
      <dgm:t>
        <a:bodyPr/>
        <a:lstStyle/>
        <a:p>
          <a:endParaRPr lang="en-US"/>
        </a:p>
      </dgm:t>
    </dgm:pt>
    <dgm:pt modelId="{583B7E3B-E304-4938-9B45-7DBDD8250D88}">
      <dgm:prSet/>
      <dgm:spPr/>
      <dgm:t>
        <a:bodyPr/>
        <a:lstStyle/>
        <a:p>
          <a:r>
            <a:rPr lang="en-US"/>
            <a:t>Redshift Spectrum / COPY with FORMAT AS PARQUET for loading from S3</a:t>
          </a:r>
        </a:p>
      </dgm:t>
    </dgm:pt>
    <dgm:pt modelId="{605BF603-43F7-4AC9-85AD-519D64C51A7C}" type="parTrans" cxnId="{1D21A1E7-919A-41A9-9A9E-A3698B098F4F}">
      <dgm:prSet/>
      <dgm:spPr/>
      <dgm:t>
        <a:bodyPr/>
        <a:lstStyle/>
        <a:p>
          <a:endParaRPr lang="en-US"/>
        </a:p>
      </dgm:t>
    </dgm:pt>
    <dgm:pt modelId="{D4B014FE-D854-4C31-8E6C-81204D922FE2}" type="sibTrans" cxnId="{1D21A1E7-919A-41A9-9A9E-A3698B098F4F}">
      <dgm:prSet/>
      <dgm:spPr/>
      <dgm:t>
        <a:bodyPr/>
        <a:lstStyle/>
        <a:p>
          <a:endParaRPr lang="en-US"/>
        </a:p>
      </dgm:t>
    </dgm:pt>
    <dgm:pt modelId="{1FE7211B-C58D-4D31-9BAF-7F5CA275C04D}">
      <dgm:prSet/>
      <dgm:spPr/>
      <dgm:t>
        <a:bodyPr/>
        <a:lstStyle/>
        <a:p>
          <a:r>
            <a:rPr lang="en-US"/>
            <a:t>Development &amp; Tools</a:t>
          </a:r>
        </a:p>
      </dgm:t>
    </dgm:pt>
    <dgm:pt modelId="{F37AE27A-A49A-47ED-B8B7-12EFCD7A56B3}" type="parTrans" cxnId="{E798CA17-F85D-4E5C-9203-F2B0DB3B67CF}">
      <dgm:prSet/>
      <dgm:spPr/>
      <dgm:t>
        <a:bodyPr/>
        <a:lstStyle/>
        <a:p>
          <a:endParaRPr lang="en-US"/>
        </a:p>
      </dgm:t>
    </dgm:pt>
    <dgm:pt modelId="{1AAE2020-49A4-452B-977B-9148C0A78870}" type="sibTrans" cxnId="{E798CA17-F85D-4E5C-9203-F2B0DB3B67CF}">
      <dgm:prSet/>
      <dgm:spPr/>
      <dgm:t>
        <a:bodyPr/>
        <a:lstStyle/>
        <a:p>
          <a:endParaRPr lang="en-US"/>
        </a:p>
      </dgm:t>
    </dgm:pt>
    <dgm:pt modelId="{6B9A2B50-B04A-45BC-8BB2-CC1CDF225A84}">
      <dgm:prSet/>
      <dgm:spPr/>
      <dgm:t>
        <a:bodyPr/>
        <a:lstStyle/>
        <a:p>
          <a:r>
            <a:rPr lang="en-US"/>
            <a:t>PyCharm / local IDE – PySpark development</a:t>
          </a:r>
        </a:p>
      </dgm:t>
    </dgm:pt>
    <dgm:pt modelId="{70359B10-EAB3-4B4E-A3B9-9EEEAED5A9D5}" type="parTrans" cxnId="{F85C97B7-4841-41E8-AE76-DB92790D8049}">
      <dgm:prSet/>
      <dgm:spPr/>
      <dgm:t>
        <a:bodyPr/>
        <a:lstStyle/>
        <a:p>
          <a:endParaRPr lang="en-US"/>
        </a:p>
      </dgm:t>
    </dgm:pt>
    <dgm:pt modelId="{509E3AC9-87B0-4911-91D2-75C06E90F787}" type="sibTrans" cxnId="{F85C97B7-4841-41E8-AE76-DB92790D8049}">
      <dgm:prSet/>
      <dgm:spPr/>
      <dgm:t>
        <a:bodyPr/>
        <a:lstStyle/>
        <a:p>
          <a:endParaRPr lang="en-US"/>
        </a:p>
      </dgm:t>
    </dgm:pt>
    <dgm:pt modelId="{9A5B4D6B-F9D2-4676-B05A-3B0E833324B3}">
      <dgm:prSet/>
      <dgm:spPr/>
      <dgm:t>
        <a:bodyPr/>
        <a:lstStyle/>
        <a:p>
          <a:r>
            <a:rPr lang="en-US"/>
            <a:t>SQL clients / Redshift query editor – DDL, CTAS, and analytical queries</a:t>
          </a:r>
        </a:p>
      </dgm:t>
    </dgm:pt>
    <dgm:pt modelId="{7051E95B-F8F9-4E28-BF13-3C9BE2674FEA}" type="parTrans" cxnId="{A9AA2F4D-A64E-4481-8A2D-F22DFBBBF13E}">
      <dgm:prSet/>
      <dgm:spPr/>
      <dgm:t>
        <a:bodyPr/>
        <a:lstStyle/>
        <a:p>
          <a:endParaRPr lang="en-US"/>
        </a:p>
      </dgm:t>
    </dgm:pt>
    <dgm:pt modelId="{D647C28F-04D5-4A10-9C80-FFD255C8746B}" type="sibTrans" cxnId="{A9AA2F4D-A64E-4481-8A2D-F22DFBBBF13E}">
      <dgm:prSet/>
      <dgm:spPr/>
      <dgm:t>
        <a:bodyPr/>
        <a:lstStyle/>
        <a:p>
          <a:endParaRPr lang="en-US"/>
        </a:p>
      </dgm:t>
    </dgm:pt>
    <dgm:pt modelId="{9DD086EB-1884-4EE4-B14B-E2CC9E6E84A8}" type="pres">
      <dgm:prSet presAssocID="{BB6FBE72-1FC3-4F7B-BA1A-17FAD2D89992}" presName="Name0" presStyleCnt="0">
        <dgm:presLayoutVars>
          <dgm:dir/>
          <dgm:animLvl val="lvl"/>
          <dgm:resizeHandles val="exact"/>
        </dgm:presLayoutVars>
      </dgm:prSet>
      <dgm:spPr/>
    </dgm:pt>
    <dgm:pt modelId="{7B389061-5483-43A2-81DF-29EAEAA29F5D}" type="pres">
      <dgm:prSet presAssocID="{BA533A52-3E0D-45AE-A385-7F81AFFD55B2}" presName="linNode" presStyleCnt="0"/>
      <dgm:spPr/>
    </dgm:pt>
    <dgm:pt modelId="{0163193B-3603-40B6-A2CC-3D94AD27FE20}" type="pres">
      <dgm:prSet presAssocID="{BA533A52-3E0D-45AE-A385-7F81AFFD55B2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9B87C01E-56AA-4568-93C5-78F041C0300E}" type="pres">
      <dgm:prSet presAssocID="{BA533A52-3E0D-45AE-A385-7F81AFFD55B2}" presName="descendantText" presStyleLbl="alignAccFollowNode1" presStyleIdx="0" presStyleCnt="5">
        <dgm:presLayoutVars>
          <dgm:bulletEnabled val="1"/>
        </dgm:presLayoutVars>
      </dgm:prSet>
      <dgm:spPr/>
    </dgm:pt>
    <dgm:pt modelId="{219620AD-51ED-4FFB-A6A6-0619B556874D}" type="pres">
      <dgm:prSet presAssocID="{24FB9D51-316C-4580-BB50-7BCAE00672BF}" presName="sp" presStyleCnt="0"/>
      <dgm:spPr/>
    </dgm:pt>
    <dgm:pt modelId="{4716CB1B-54C5-487D-8211-F212C1635AFD}" type="pres">
      <dgm:prSet presAssocID="{D7C4798C-D4E0-476C-B9BA-D55ED03EEB01}" presName="linNode" presStyleCnt="0"/>
      <dgm:spPr/>
    </dgm:pt>
    <dgm:pt modelId="{C10E78DD-2EE7-4EEC-8F2C-21E90858E38E}" type="pres">
      <dgm:prSet presAssocID="{D7C4798C-D4E0-476C-B9BA-D55ED03EEB01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196A39E3-0A0A-4115-8EE1-9F8BF7D356F7}" type="pres">
      <dgm:prSet presAssocID="{D7C4798C-D4E0-476C-B9BA-D55ED03EEB01}" presName="descendantText" presStyleLbl="alignAccFollowNode1" presStyleIdx="1" presStyleCnt="5">
        <dgm:presLayoutVars>
          <dgm:bulletEnabled val="1"/>
        </dgm:presLayoutVars>
      </dgm:prSet>
      <dgm:spPr/>
    </dgm:pt>
    <dgm:pt modelId="{6F762EF6-52B1-44D3-8366-2CF4C419A629}" type="pres">
      <dgm:prSet presAssocID="{82E07A40-90C8-430B-B1DC-30F0884FB316}" presName="sp" presStyleCnt="0"/>
      <dgm:spPr/>
    </dgm:pt>
    <dgm:pt modelId="{2EA8A713-7782-4C97-BCB7-2382788F8FD9}" type="pres">
      <dgm:prSet presAssocID="{00959101-6FDB-48EB-BD4B-23402F4F345B}" presName="linNode" presStyleCnt="0"/>
      <dgm:spPr/>
    </dgm:pt>
    <dgm:pt modelId="{CAED3A18-4AA8-452C-90E9-91A6DDBC63C5}" type="pres">
      <dgm:prSet presAssocID="{00959101-6FDB-48EB-BD4B-23402F4F345B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9C04AB61-2BB1-443D-BBE3-8CB12125CA32}" type="pres">
      <dgm:prSet presAssocID="{00959101-6FDB-48EB-BD4B-23402F4F345B}" presName="descendantText" presStyleLbl="alignAccFollowNode1" presStyleIdx="2" presStyleCnt="5">
        <dgm:presLayoutVars>
          <dgm:bulletEnabled val="1"/>
        </dgm:presLayoutVars>
      </dgm:prSet>
      <dgm:spPr/>
    </dgm:pt>
    <dgm:pt modelId="{48465929-DF7B-4007-9482-D4A66AE411FC}" type="pres">
      <dgm:prSet presAssocID="{A3879E4B-ECEB-4A75-A858-3CA2E6335BFF}" presName="sp" presStyleCnt="0"/>
      <dgm:spPr/>
    </dgm:pt>
    <dgm:pt modelId="{A95EFCF2-D2B8-4F9F-908F-4375A51300E1}" type="pres">
      <dgm:prSet presAssocID="{9029A6F4-3162-42EC-803E-8BB8C9CCC771}" presName="linNode" presStyleCnt="0"/>
      <dgm:spPr/>
    </dgm:pt>
    <dgm:pt modelId="{1DBA2623-0FB5-48E4-A9A7-543383D07EC7}" type="pres">
      <dgm:prSet presAssocID="{9029A6F4-3162-42EC-803E-8BB8C9CCC771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E56F8DE0-6C4E-4197-808E-A1C28806E645}" type="pres">
      <dgm:prSet presAssocID="{9029A6F4-3162-42EC-803E-8BB8C9CCC771}" presName="descendantText" presStyleLbl="alignAccFollowNode1" presStyleIdx="3" presStyleCnt="5">
        <dgm:presLayoutVars>
          <dgm:bulletEnabled val="1"/>
        </dgm:presLayoutVars>
      </dgm:prSet>
      <dgm:spPr/>
    </dgm:pt>
    <dgm:pt modelId="{FDEE6082-E0A5-4FD3-AD84-9B3406424DDE}" type="pres">
      <dgm:prSet presAssocID="{21ACC241-90FA-456F-AA56-B5A8D3D357E4}" presName="sp" presStyleCnt="0"/>
      <dgm:spPr/>
    </dgm:pt>
    <dgm:pt modelId="{602A7B84-F74B-4184-BAD8-F3DCF889659A}" type="pres">
      <dgm:prSet presAssocID="{1FE7211B-C58D-4D31-9BAF-7F5CA275C04D}" presName="linNode" presStyleCnt="0"/>
      <dgm:spPr/>
    </dgm:pt>
    <dgm:pt modelId="{5921ECE8-1C98-40C5-98E1-5AF566895883}" type="pres">
      <dgm:prSet presAssocID="{1FE7211B-C58D-4D31-9BAF-7F5CA275C04D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4E84CFA9-4D03-4D25-8511-02A67E6476B7}" type="pres">
      <dgm:prSet presAssocID="{1FE7211B-C58D-4D31-9BAF-7F5CA275C04D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6EC86B10-4E4D-4F31-BDA1-304DA8C06456}" type="presOf" srcId="{BB6FBE72-1FC3-4F7B-BA1A-17FAD2D89992}" destId="{9DD086EB-1884-4EE4-B14B-E2CC9E6E84A8}" srcOrd="0" destOrd="0" presId="urn:microsoft.com/office/officeart/2005/8/layout/vList5"/>
    <dgm:cxn modelId="{ACBB9611-5160-4C50-BCB9-C3B2D77F8AE3}" srcId="{BB6FBE72-1FC3-4F7B-BA1A-17FAD2D89992}" destId="{00959101-6FDB-48EB-BD4B-23402F4F345B}" srcOrd="2" destOrd="0" parTransId="{1A7DA56C-0540-46B4-A495-351E069FC15D}" sibTransId="{A3879E4B-ECEB-4A75-A858-3CA2E6335BFF}"/>
    <dgm:cxn modelId="{E798CA17-F85D-4E5C-9203-F2B0DB3B67CF}" srcId="{BB6FBE72-1FC3-4F7B-BA1A-17FAD2D89992}" destId="{1FE7211B-C58D-4D31-9BAF-7F5CA275C04D}" srcOrd="4" destOrd="0" parTransId="{F37AE27A-A49A-47ED-B8B7-12EFCD7A56B3}" sibTransId="{1AAE2020-49A4-452B-977B-9148C0A78870}"/>
    <dgm:cxn modelId="{6B63A61A-0F96-43D5-B8C7-1FF2A0AD3236}" srcId="{BA533A52-3E0D-45AE-A385-7F81AFFD55B2}" destId="{215210AB-4250-479F-95C5-9133CE34CCD4}" srcOrd="0" destOrd="0" parTransId="{F40DF805-557F-46A9-9248-A7D85DF6EF67}" sibTransId="{0E0931E1-91C2-446D-BCB9-735C5D4415D2}"/>
    <dgm:cxn modelId="{F40EEF1F-F725-4C91-825D-DD5A16C24774}" srcId="{D7C4798C-D4E0-476C-B9BA-D55ED03EEB01}" destId="{B079569A-C960-4E29-BA7A-6DD6599D5F3C}" srcOrd="0" destOrd="0" parTransId="{19BF7E92-A4A5-4B6F-B8EE-C629BCEC15A0}" sibTransId="{3717EA74-09FA-41BE-8072-867F7DB3F93F}"/>
    <dgm:cxn modelId="{3B88A52A-191B-4EE6-9F84-7F16B61C1339}" type="presOf" srcId="{2B700BEC-B706-4E8C-A066-8468C9076897}" destId="{E56F8DE0-6C4E-4197-808E-A1C28806E645}" srcOrd="0" destOrd="0" presId="urn:microsoft.com/office/officeart/2005/8/layout/vList5"/>
    <dgm:cxn modelId="{8D9CE130-735C-4530-A1E8-42A12FC14CBB}" srcId="{00959101-6FDB-48EB-BD4B-23402F4F345B}" destId="{171263A0-B667-4A65-90D9-40DE20996A0C}" srcOrd="1" destOrd="0" parTransId="{EADE0FF9-1AC6-410E-BCE1-3E3B26602A61}" sibTransId="{FDC86814-F8DD-4444-8B63-FE8A9B65C231}"/>
    <dgm:cxn modelId="{F71FCD5D-6FA2-4BF0-B2AA-5E9CE66E17D1}" srcId="{D7C4798C-D4E0-476C-B9BA-D55ED03EEB01}" destId="{8982A1A8-0C76-490F-AD3C-329F5AD1C704}" srcOrd="1" destOrd="0" parTransId="{96F6E0F2-7C58-44A2-8508-F00BB8059F72}" sibTransId="{C75AA752-456D-4129-8CC5-82AC29067DE0}"/>
    <dgm:cxn modelId="{23E2FC42-A433-428B-8BAE-F883329FFE60}" srcId="{BB6FBE72-1FC3-4F7B-BA1A-17FAD2D89992}" destId="{BA533A52-3E0D-45AE-A385-7F81AFFD55B2}" srcOrd="0" destOrd="0" parTransId="{F2542EC5-43A0-478F-AF3C-20EAD1F3CAC7}" sibTransId="{24FB9D51-316C-4580-BB50-7BCAE00672BF}"/>
    <dgm:cxn modelId="{FD1A1B64-F716-4010-AAE6-D57464FB7F6E}" type="presOf" srcId="{BA533A52-3E0D-45AE-A385-7F81AFFD55B2}" destId="{0163193B-3603-40B6-A2CC-3D94AD27FE20}" srcOrd="0" destOrd="0" presId="urn:microsoft.com/office/officeart/2005/8/layout/vList5"/>
    <dgm:cxn modelId="{F87A4164-719E-4D28-9197-686E635844D7}" type="presOf" srcId="{D7C4798C-D4E0-476C-B9BA-D55ED03EEB01}" destId="{C10E78DD-2EE7-4EEC-8F2C-21E90858E38E}" srcOrd="0" destOrd="0" presId="urn:microsoft.com/office/officeart/2005/8/layout/vList5"/>
    <dgm:cxn modelId="{F265C549-3EE5-4BE6-BB79-8D7F1698E429}" type="presOf" srcId="{B079569A-C960-4E29-BA7A-6DD6599D5F3C}" destId="{196A39E3-0A0A-4115-8EE1-9F8BF7D356F7}" srcOrd="0" destOrd="0" presId="urn:microsoft.com/office/officeart/2005/8/layout/vList5"/>
    <dgm:cxn modelId="{48693B6C-7A09-4BE6-BCD0-560F342FEF41}" type="presOf" srcId="{583B7E3B-E304-4938-9B45-7DBDD8250D88}" destId="{E56F8DE0-6C4E-4197-808E-A1C28806E645}" srcOrd="0" destOrd="1" presId="urn:microsoft.com/office/officeart/2005/8/layout/vList5"/>
    <dgm:cxn modelId="{A9AA2F4D-A64E-4481-8A2D-F22DFBBBF13E}" srcId="{1FE7211B-C58D-4D31-9BAF-7F5CA275C04D}" destId="{9A5B4D6B-F9D2-4676-B05A-3B0E833324B3}" srcOrd="1" destOrd="0" parTransId="{7051E95B-F8F9-4E28-BF13-3C9BE2674FEA}" sibTransId="{D647C28F-04D5-4A10-9C80-FFD255C8746B}"/>
    <dgm:cxn modelId="{FE2BF550-AAC3-478C-BCD6-E61792C780AB}" srcId="{BB6FBE72-1FC3-4F7B-BA1A-17FAD2D89992}" destId="{D7C4798C-D4E0-476C-B9BA-D55ED03EEB01}" srcOrd="1" destOrd="0" parTransId="{1E21BFB4-DD95-4E5A-AD45-33102C1F387A}" sibTransId="{82E07A40-90C8-430B-B1DC-30F0884FB316}"/>
    <dgm:cxn modelId="{8B480979-4FC8-4BF0-BA9D-8F5E28608E80}" type="presOf" srcId="{9029A6F4-3162-42EC-803E-8BB8C9CCC771}" destId="{1DBA2623-0FB5-48E4-A9A7-543383D07EC7}" srcOrd="0" destOrd="0" presId="urn:microsoft.com/office/officeart/2005/8/layout/vList5"/>
    <dgm:cxn modelId="{22EEC779-614C-463F-976A-E4B07D9D8C3F}" type="presOf" srcId="{171263A0-B667-4A65-90D9-40DE20996A0C}" destId="{9C04AB61-2BB1-443D-BBE3-8CB12125CA32}" srcOrd="0" destOrd="1" presId="urn:microsoft.com/office/officeart/2005/8/layout/vList5"/>
    <dgm:cxn modelId="{1D44FF7F-7CA9-4C92-840F-602B5C55DDB7}" type="presOf" srcId="{1FE7211B-C58D-4D31-9BAF-7F5CA275C04D}" destId="{5921ECE8-1C98-40C5-98E1-5AF566895883}" srcOrd="0" destOrd="0" presId="urn:microsoft.com/office/officeart/2005/8/layout/vList5"/>
    <dgm:cxn modelId="{F075D0A5-E539-4B82-99C6-84789C6C3F08}" srcId="{00959101-6FDB-48EB-BD4B-23402F4F345B}" destId="{54787497-3511-4D47-847B-EA3DDDFFBBFA}" srcOrd="0" destOrd="0" parTransId="{D8C1A8EE-87C5-4F5D-8347-ABF08383786D}" sibTransId="{9C53AC8B-9FF4-45B6-9B73-992D30ABC0F1}"/>
    <dgm:cxn modelId="{67CC5BA8-59D4-4851-BA4F-DD7BE2BA29C2}" type="presOf" srcId="{54787497-3511-4D47-847B-EA3DDDFFBBFA}" destId="{9C04AB61-2BB1-443D-BBE3-8CB12125CA32}" srcOrd="0" destOrd="0" presId="urn:microsoft.com/office/officeart/2005/8/layout/vList5"/>
    <dgm:cxn modelId="{7FB6EFA8-18C9-4DCC-BB88-E1E7404260F3}" type="presOf" srcId="{9A5B4D6B-F9D2-4676-B05A-3B0E833324B3}" destId="{4E84CFA9-4D03-4D25-8511-02A67E6476B7}" srcOrd="0" destOrd="1" presId="urn:microsoft.com/office/officeart/2005/8/layout/vList5"/>
    <dgm:cxn modelId="{F85C97B7-4841-41E8-AE76-DB92790D8049}" srcId="{1FE7211B-C58D-4D31-9BAF-7F5CA275C04D}" destId="{6B9A2B50-B04A-45BC-8BB2-CC1CDF225A84}" srcOrd="0" destOrd="0" parTransId="{70359B10-EAB3-4B4E-A3B9-9EEEAED5A9D5}" sibTransId="{509E3AC9-87B0-4911-91D2-75C06E90F787}"/>
    <dgm:cxn modelId="{AF4D98B7-ACF5-4AB1-9934-0DA8FE1908A8}" type="presOf" srcId="{00959101-6FDB-48EB-BD4B-23402F4F345B}" destId="{CAED3A18-4AA8-452C-90E9-91A6DDBC63C5}" srcOrd="0" destOrd="0" presId="urn:microsoft.com/office/officeart/2005/8/layout/vList5"/>
    <dgm:cxn modelId="{1CA99FC7-15D1-40C4-A1CC-889B2DC2A58B}" type="presOf" srcId="{215210AB-4250-479F-95C5-9133CE34CCD4}" destId="{9B87C01E-56AA-4568-93C5-78F041C0300E}" srcOrd="0" destOrd="0" presId="urn:microsoft.com/office/officeart/2005/8/layout/vList5"/>
    <dgm:cxn modelId="{ABF21EE3-FA43-40C4-B1DC-3AB9083B8245}" srcId="{9029A6F4-3162-42EC-803E-8BB8C9CCC771}" destId="{2B700BEC-B706-4E8C-A066-8468C9076897}" srcOrd="0" destOrd="0" parTransId="{D4C2270E-01EE-48D9-A525-5591202075E7}" sibTransId="{B6F184F2-C91A-49E7-A1DB-115765FB2179}"/>
    <dgm:cxn modelId="{1D21A1E7-919A-41A9-9A9E-A3698B098F4F}" srcId="{9029A6F4-3162-42EC-803E-8BB8C9CCC771}" destId="{583B7E3B-E304-4938-9B45-7DBDD8250D88}" srcOrd="1" destOrd="0" parTransId="{605BF603-43F7-4AC9-85AD-519D64C51A7C}" sibTransId="{D4B014FE-D854-4C31-8E6C-81204D922FE2}"/>
    <dgm:cxn modelId="{32EE07E9-456A-4E30-B3AE-0D2C504E0042}" srcId="{BB6FBE72-1FC3-4F7B-BA1A-17FAD2D89992}" destId="{9029A6F4-3162-42EC-803E-8BB8C9CCC771}" srcOrd="3" destOrd="0" parTransId="{ECBA32CD-E161-4A23-9234-B68E89E02CE3}" sibTransId="{21ACC241-90FA-456F-AA56-B5A8D3D357E4}"/>
    <dgm:cxn modelId="{1AAF34E9-52B2-4DF4-B3E0-4D6CFB9967EE}" type="presOf" srcId="{8982A1A8-0C76-490F-AD3C-329F5AD1C704}" destId="{196A39E3-0A0A-4115-8EE1-9F8BF7D356F7}" srcOrd="0" destOrd="1" presId="urn:microsoft.com/office/officeart/2005/8/layout/vList5"/>
    <dgm:cxn modelId="{3AB23AEC-8DEE-4C95-BC22-0D78F36B122B}" type="presOf" srcId="{6B9A2B50-B04A-45BC-8BB2-CC1CDF225A84}" destId="{4E84CFA9-4D03-4D25-8511-02A67E6476B7}" srcOrd="0" destOrd="0" presId="urn:microsoft.com/office/officeart/2005/8/layout/vList5"/>
    <dgm:cxn modelId="{619169AC-0BBF-4095-9106-6D50BD8936D9}" type="presParOf" srcId="{9DD086EB-1884-4EE4-B14B-E2CC9E6E84A8}" destId="{7B389061-5483-43A2-81DF-29EAEAA29F5D}" srcOrd="0" destOrd="0" presId="urn:microsoft.com/office/officeart/2005/8/layout/vList5"/>
    <dgm:cxn modelId="{B21CB99A-BBBA-4422-BEBC-09C8A5ED1788}" type="presParOf" srcId="{7B389061-5483-43A2-81DF-29EAEAA29F5D}" destId="{0163193B-3603-40B6-A2CC-3D94AD27FE20}" srcOrd="0" destOrd="0" presId="urn:microsoft.com/office/officeart/2005/8/layout/vList5"/>
    <dgm:cxn modelId="{AD6BD7E0-70E4-42A0-8D12-FF082EE688A6}" type="presParOf" srcId="{7B389061-5483-43A2-81DF-29EAEAA29F5D}" destId="{9B87C01E-56AA-4568-93C5-78F041C0300E}" srcOrd="1" destOrd="0" presId="urn:microsoft.com/office/officeart/2005/8/layout/vList5"/>
    <dgm:cxn modelId="{B0F4DCE7-6A1A-480F-A43A-75FD11D3C07D}" type="presParOf" srcId="{9DD086EB-1884-4EE4-B14B-E2CC9E6E84A8}" destId="{219620AD-51ED-4FFB-A6A6-0619B556874D}" srcOrd="1" destOrd="0" presId="urn:microsoft.com/office/officeart/2005/8/layout/vList5"/>
    <dgm:cxn modelId="{C327E5EA-3E77-4B05-82CE-84E96AEBFA42}" type="presParOf" srcId="{9DD086EB-1884-4EE4-B14B-E2CC9E6E84A8}" destId="{4716CB1B-54C5-487D-8211-F212C1635AFD}" srcOrd="2" destOrd="0" presId="urn:microsoft.com/office/officeart/2005/8/layout/vList5"/>
    <dgm:cxn modelId="{ABAA8570-F673-4CCB-B657-E18310008F42}" type="presParOf" srcId="{4716CB1B-54C5-487D-8211-F212C1635AFD}" destId="{C10E78DD-2EE7-4EEC-8F2C-21E90858E38E}" srcOrd="0" destOrd="0" presId="urn:microsoft.com/office/officeart/2005/8/layout/vList5"/>
    <dgm:cxn modelId="{0C7F2896-E066-433E-A50E-4063B4695D6A}" type="presParOf" srcId="{4716CB1B-54C5-487D-8211-F212C1635AFD}" destId="{196A39E3-0A0A-4115-8EE1-9F8BF7D356F7}" srcOrd="1" destOrd="0" presId="urn:microsoft.com/office/officeart/2005/8/layout/vList5"/>
    <dgm:cxn modelId="{7956AC83-7709-4419-B5E1-B44F8D949C79}" type="presParOf" srcId="{9DD086EB-1884-4EE4-B14B-E2CC9E6E84A8}" destId="{6F762EF6-52B1-44D3-8366-2CF4C419A629}" srcOrd="3" destOrd="0" presId="urn:microsoft.com/office/officeart/2005/8/layout/vList5"/>
    <dgm:cxn modelId="{6767DF96-D44E-4309-9C10-DA98D6ABD550}" type="presParOf" srcId="{9DD086EB-1884-4EE4-B14B-E2CC9E6E84A8}" destId="{2EA8A713-7782-4C97-BCB7-2382788F8FD9}" srcOrd="4" destOrd="0" presId="urn:microsoft.com/office/officeart/2005/8/layout/vList5"/>
    <dgm:cxn modelId="{D56C86D2-B15C-4CAE-80BE-F3D942493FD3}" type="presParOf" srcId="{2EA8A713-7782-4C97-BCB7-2382788F8FD9}" destId="{CAED3A18-4AA8-452C-90E9-91A6DDBC63C5}" srcOrd="0" destOrd="0" presId="urn:microsoft.com/office/officeart/2005/8/layout/vList5"/>
    <dgm:cxn modelId="{10C6E3BC-BB88-4E3F-AFEA-14429008A5F7}" type="presParOf" srcId="{2EA8A713-7782-4C97-BCB7-2382788F8FD9}" destId="{9C04AB61-2BB1-443D-BBE3-8CB12125CA32}" srcOrd="1" destOrd="0" presId="urn:microsoft.com/office/officeart/2005/8/layout/vList5"/>
    <dgm:cxn modelId="{83612791-F1B2-43CE-80F7-97172AB469F0}" type="presParOf" srcId="{9DD086EB-1884-4EE4-B14B-E2CC9E6E84A8}" destId="{48465929-DF7B-4007-9482-D4A66AE411FC}" srcOrd="5" destOrd="0" presId="urn:microsoft.com/office/officeart/2005/8/layout/vList5"/>
    <dgm:cxn modelId="{D60B19D1-211C-4C4B-89CE-0BA055B61A46}" type="presParOf" srcId="{9DD086EB-1884-4EE4-B14B-E2CC9E6E84A8}" destId="{A95EFCF2-D2B8-4F9F-908F-4375A51300E1}" srcOrd="6" destOrd="0" presId="urn:microsoft.com/office/officeart/2005/8/layout/vList5"/>
    <dgm:cxn modelId="{4F2C77A1-F332-4679-A0B8-BCBBAF0BC589}" type="presParOf" srcId="{A95EFCF2-D2B8-4F9F-908F-4375A51300E1}" destId="{1DBA2623-0FB5-48E4-A9A7-543383D07EC7}" srcOrd="0" destOrd="0" presId="urn:microsoft.com/office/officeart/2005/8/layout/vList5"/>
    <dgm:cxn modelId="{4221E121-26E1-4F08-9CE3-EE06A3C20DA8}" type="presParOf" srcId="{A95EFCF2-D2B8-4F9F-908F-4375A51300E1}" destId="{E56F8DE0-6C4E-4197-808E-A1C28806E645}" srcOrd="1" destOrd="0" presId="urn:microsoft.com/office/officeart/2005/8/layout/vList5"/>
    <dgm:cxn modelId="{529496A3-ECA4-4299-ADBF-10C47165DB52}" type="presParOf" srcId="{9DD086EB-1884-4EE4-B14B-E2CC9E6E84A8}" destId="{FDEE6082-E0A5-4FD3-AD84-9B3406424DDE}" srcOrd="7" destOrd="0" presId="urn:microsoft.com/office/officeart/2005/8/layout/vList5"/>
    <dgm:cxn modelId="{B65CEF2D-9070-4F34-8325-EFDC0CCB2E82}" type="presParOf" srcId="{9DD086EB-1884-4EE4-B14B-E2CC9E6E84A8}" destId="{602A7B84-F74B-4184-BAD8-F3DCF889659A}" srcOrd="8" destOrd="0" presId="urn:microsoft.com/office/officeart/2005/8/layout/vList5"/>
    <dgm:cxn modelId="{5C349D9D-D97B-470B-BA39-6F7690E49CF7}" type="presParOf" srcId="{602A7B84-F74B-4184-BAD8-F3DCF889659A}" destId="{5921ECE8-1C98-40C5-98E1-5AF566895883}" srcOrd="0" destOrd="0" presId="urn:microsoft.com/office/officeart/2005/8/layout/vList5"/>
    <dgm:cxn modelId="{4806A373-B47A-4B5F-A229-E3DF1E955292}" type="presParOf" srcId="{602A7B84-F74B-4184-BAD8-F3DCF889659A}" destId="{4E84CFA9-4D03-4D25-8511-02A67E6476B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769B9D-0DAF-4B32-859E-12B49B032771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06D6912-9D0A-48A8-9C36-69F57BC0E604}">
      <dgm:prSet/>
      <dgm:spPr/>
      <dgm:t>
        <a:bodyPr/>
        <a:lstStyle/>
        <a:p>
          <a:r>
            <a:rPr lang="en-US"/>
            <a:t>Patients (demographics, birth date, city)</a:t>
          </a:r>
        </a:p>
      </dgm:t>
    </dgm:pt>
    <dgm:pt modelId="{490C4A2E-4C4F-4A43-AF79-A856EA700BC0}" type="parTrans" cxnId="{D68E1CAC-9487-45DB-96CE-11B5A8F3A645}">
      <dgm:prSet/>
      <dgm:spPr/>
      <dgm:t>
        <a:bodyPr/>
        <a:lstStyle/>
        <a:p>
          <a:endParaRPr lang="en-US"/>
        </a:p>
      </dgm:t>
    </dgm:pt>
    <dgm:pt modelId="{96D5EFB5-4CA3-4617-AB6D-EDD6AF8DD01E}" type="sibTrans" cxnId="{D68E1CAC-9487-45DB-96CE-11B5A8F3A645}">
      <dgm:prSet/>
      <dgm:spPr/>
      <dgm:t>
        <a:bodyPr/>
        <a:lstStyle/>
        <a:p>
          <a:endParaRPr lang="en-US"/>
        </a:p>
      </dgm:t>
    </dgm:pt>
    <dgm:pt modelId="{4DF0050B-FE9A-4682-86BE-5BDF2BCD7376}">
      <dgm:prSet/>
      <dgm:spPr/>
      <dgm:t>
        <a:bodyPr/>
        <a:lstStyle/>
        <a:p>
          <a:r>
            <a:rPr lang="en-US"/>
            <a:t>Subscribers (policy details, subgroup, eligibility)</a:t>
          </a:r>
        </a:p>
      </dgm:t>
    </dgm:pt>
    <dgm:pt modelId="{AC95A879-A9A3-4500-BF3A-1B28CE0B9AB5}" type="parTrans" cxnId="{024C805B-7779-4D3E-9E7F-D73A96515520}">
      <dgm:prSet/>
      <dgm:spPr/>
      <dgm:t>
        <a:bodyPr/>
        <a:lstStyle/>
        <a:p>
          <a:endParaRPr lang="en-US"/>
        </a:p>
      </dgm:t>
    </dgm:pt>
    <dgm:pt modelId="{18FE22F4-7091-478B-A000-634E36022E52}" type="sibTrans" cxnId="{024C805B-7779-4D3E-9E7F-D73A96515520}">
      <dgm:prSet/>
      <dgm:spPr/>
      <dgm:t>
        <a:bodyPr/>
        <a:lstStyle/>
        <a:p>
          <a:endParaRPr lang="en-US"/>
        </a:p>
      </dgm:t>
    </dgm:pt>
    <dgm:pt modelId="{2F17A1CF-2B6C-4503-A6AF-0BA5E66074FE}">
      <dgm:prSet/>
      <dgm:spPr/>
      <dgm:t>
        <a:bodyPr/>
        <a:lstStyle/>
        <a:p>
          <a:r>
            <a:rPr lang="en-US"/>
            <a:t>Disease (disease ID/name, subgroup mapping)</a:t>
          </a:r>
        </a:p>
      </dgm:t>
    </dgm:pt>
    <dgm:pt modelId="{57CAC1E4-206A-4482-AC31-7F05AF28DA79}" type="parTrans" cxnId="{4C7BB9F5-75B6-4FD2-93C4-09091FB8C5F4}">
      <dgm:prSet/>
      <dgm:spPr/>
      <dgm:t>
        <a:bodyPr/>
        <a:lstStyle/>
        <a:p>
          <a:endParaRPr lang="en-US"/>
        </a:p>
      </dgm:t>
    </dgm:pt>
    <dgm:pt modelId="{BE99569C-20D1-4714-A68E-6E4AFB45C515}" type="sibTrans" cxnId="{4C7BB9F5-75B6-4FD2-93C4-09091FB8C5F4}">
      <dgm:prSet/>
      <dgm:spPr/>
      <dgm:t>
        <a:bodyPr/>
        <a:lstStyle/>
        <a:p>
          <a:endParaRPr lang="en-US"/>
        </a:p>
      </dgm:t>
    </dgm:pt>
    <dgm:pt modelId="{BAF7EF10-FC6B-42DA-9967-918C3E1AEF69}">
      <dgm:prSet/>
      <dgm:spPr/>
      <dgm:t>
        <a:bodyPr/>
        <a:lstStyle/>
        <a:p>
          <a:r>
            <a:rPr lang="en-US"/>
            <a:t>Groups &amp; Subgroups (policy groups, premiums)</a:t>
          </a:r>
        </a:p>
      </dgm:t>
    </dgm:pt>
    <dgm:pt modelId="{1337F54B-60F2-413C-B126-802694DC0D42}" type="parTrans" cxnId="{525F6AB2-EFCA-4A8C-9241-4E498960B51D}">
      <dgm:prSet/>
      <dgm:spPr/>
      <dgm:t>
        <a:bodyPr/>
        <a:lstStyle/>
        <a:p>
          <a:endParaRPr lang="en-US"/>
        </a:p>
      </dgm:t>
    </dgm:pt>
    <dgm:pt modelId="{37CF3531-99F6-4F79-9C87-828098F52613}" type="sibTrans" cxnId="{525F6AB2-EFCA-4A8C-9241-4E498960B51D}">
      <dgm:prSet/>
      <dgm:spPr/>
      <dgm:t>
        <a:bodyPr/>
        <a:lstStyle/>
        <a:p>
          <a:endParaRPr lang="en-US"/>
        </a:p>
      </dgm:t>
    </dgm:pt>
    <dgm:pt modelId="{ED9840A0-2496-4EFB-A6D5-C6D4722032C2}">
      <dgm:prSet/>
      <dgm:spPr/>
      <dgm:t>
        <a:bodyPr/>
        <a:lstStyle/>
        <a:p>
          <a:r>
            <a:rPr lang="en-US"/>
            <a:t>Hospitals (hospital metadata)</a:t>
          </a:r>
        </a:p>
      </dgm:t>
    </dgm:pt>
    <dgm:pt modelId="{AF158069-BD74-4490-BC55-7B966898535D}" type="parTrans" cxnId="{ECD98E2D-1645-445D-8597-482A8737FFD4}">
      <dgm:prSet/>
      <dgm:spPr/>
      <dgm:t>
        <a:bodyPr/>
        <a:lstStyle/>
        <a:p>
          <a:endParaRPr lang="en-US"/>
        </a:p>
      </dgm:t>
    </dgm:pt>
    <dgm:pt modelId="{32346D87-4FBA-48D9-A669-00614373A5D6}" type="sibTrans" cxnId="{ECD98E2D-1645-445D-8597-482A8737FFD4}">
      <dgm:prSet/>
      <dgm:spPr/>
      <dgm:t>
        <a:bodyPr/>
        <a:lstStyle/>
        <a:p>
          <a:endParaRPr lang="en-US"/>
        </a:p>
      </dgm:t>
    </dgm:pt>
    <dgm:pt modelId="{ED910D91-2D94-4880-9059-00BF1E0D937A}">
      <dgm:prSet/>
      <dgm:spPr/>
      <dgm:t>
        <a:bodyPr/>
        <a:lstStyle/>
        <a:p>
          <a:r>
            <a:rPr lang="en-US"/>
            <a:t>Claims (claim type, amount, status, dates)</a:t>
          </a:r>
        </a:p>
      </dgm:t>
    </dgm:pt>
    <dgm:pt modelId="{9CE9E7D8-7830-4090-A2F6-E2C0237D3892}" type="parTrans" cxnId="{2DABB90B-E81E-4671-99BA-4508800A94EF}">
      <dgm:prSet/>
      <dgm:spPr/>
      <dgm:t>
        <a:bodyPr/>
        <a:lstStyle/>
        <a:p>
          <a:endParaRPr lang="en-US"/>
        </a:p>
      </dgm:t>
    </dgm:pt>
    <dgm:pt modelId="{625278D9-CD50-49B4-92B5-761962A30414}" type="sibTrans" cxnId="{2DABB90B-E81E-4671-99BA-4508800A94EF}">
      <dgm:prSet/>
      <dgm:spPr/>
      <dgm:t>
        <a:bodyPr/>
        <a:lstStyle/>
        <a:p>
          <a:endParaRPr lang="en-US"/>
        </a:p>
      </dgm:t>
    </dgm:pt>
    <dgm:pt modelId="{BFF8241B-030B-41CE-96D3-3F5C5360A739}" type="pres">
      <dgm:prSet presAssocID="{CC769B9D-0DAF-4B32-859E-12B49B032771}" presName="Name0" presStyleCnt="0">
        <dgm:presLayoutVars>
          <dgm:dir/>
          <dgm:animLvl val="lvl"/>
          <dgm:resizeHandles val="exact"/>
        </dgm:presLayoutVars>
      </dgm:prSet>
      <dgm:spPr/>
    </dgm:pt>
    <dgm:pt modelId="{EABE5BA3-2A6D-4FD7-8DDD-2DCF137C21D7}" type="pres">
      <dgm:prSet presAssocID="{F06D6912-9D0A-48A8-9C36-69F57BC0E604}" presName="linNode" presStyleCnt="0"/>
      <dgm:spPr/>
    </dgm:pt>
    <dgm:pt modelId="{21D64FA4-1580-434A-BF2F-50A8FEEA535D}" type="pres">
      <dgm:prSet presAssocID="{F06D6912-9D0A-48A8-9C36-69F57BC0E604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45D3B256-AFC9-4EE0-A84D-1936175107ED}" type="pres">
      <dgm:prSet presAssocID="{96D5EFB5-4CA3-4617-AB6D-EDD6AF8DD01E}" presName="sp" presStyleCnt="0"/>
      <dgm:spPr/>
    </dgm:pt>
    <dgm:pt modelId="{8518D015-8D90-463D-944D-B476A1428687}" type="pres">
      <dgm:prSet presAssocID="{4DF0050B-FE9A-4682-86BE-5BDF2BCD7376}" presName="linNode" presStyleCnt="0"/>
      <dgm:spPr/>
    </dgm:pt>
    <dgm:pt modelId="{F5C41DB9-FFE4-4B7D-936B-0E9A03A92EA3}" type="pres">
      <dgm:prSet presAssocID="{4DF0050B-FE9A-4682-86BE-5BDF2BCD7376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B499DB3E-4175-4F64-9A05-65B177FD66BC}" type="pres">
      <dgm:prSet presAssocID="{18FE22F4-7091-478B-A000-634E36022E52}" presName="sp" presStyleCnt="0"/>
      <dgm:spPr/>
    </dgm:pt>
    <dgm:pt modelId="{1D09B5E2-E89D-495E-9A70-6971AA112CF6}" type="pres">
      <dgm:prSet presAssocID="{2F17A1CF-2B6C-4503-A6AF-0BA5E66074FE}" presName="linNode" presStyleCnt="0"/>
      <dgm:spPr/>
    </dgm:pt>
    <dgm:pt modelId="{5B61C448-09A7-47AF-8DB0-7E8D83B5C5FB}" type="pres">
      <dgm:prSet presAssocID="{2F17A1CF-2B6C-4503-A6AF-0BA5E66074FE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96D1030B-9FE7-4D79-9536-3245D9C8D514}" type="pres">
      <dgm:prSet presAssocID="{BE99569C-20D1-4714-A68E-6E4AFB45C515}" presName="sp" presStyleCnt="0"/>
      <dgm:spPr/>
    </dgm:pt>
    <dgm:pt modelId="{03747B91-676C-4A2B-8130-919C38143D1C}" type="pres">
      <dgm:prSet presAssocID="{BAF7EF10-FC6B-42DA-9967-918C3E1AEF69}" presName="linNode" presStyleCnt="0"/>
      <dgm:spPr/>
    </dgm:pt>
    <dgm:pt modelId="{A4AC974E-F1B1-4CA8-B1A1-D0BE65C3B978}" type="pres">
      <dgm:prSet presAssocID="{BAF7EF10-FC6B-42DA-9967-918C3E1AEF69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64D9DB82-E352-4600-B887-0C8D065FBEDF}" type="pres">
      <dgm:prSet presAssocID="{37CF3531-99F6-4F79-9C87-828098F52613}" presName="sp" presStyleCnt="0"/>
      <dgm:spPr/>
    </dgm:pt>
    <dgm:pt modelId="{DEC7F63C-49C7-4B02-B17E-C8572420F57D}" type="pres">
      <dgm:prSet presAssocID="{ED9840A0-2496-4EFB-A6D5-C6D4722032C2}" presName="linNode" presStyleCnt="0"/>
      <dgm:spPr/>
    </dgm:pt>
    <dgm:pt modelId="{EA3442F2-AFC4-4ADA-92AF-41E222A52F26}" type="pres">
      <dgm:prSet presAssocID="{ED9840A0-2496-4EFB-A6D5-C6D4722032C2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01ACB6FD-39E7-4BF5-9884-9D029898909A}" type="pres">
      <dgm:prSet presAssocID="{32346D87-4FBA-48D9-A669-00614373A5D6}" presName="sp" presStyleCnt="0"/>
      <dgm:spPr/>
    </dgm:pt>
    <dgm:pt modelId="{EADCB7CA-18F2-49B5-B29E-22111AA64EDB}" type="pres">
      <dgm:prSet presAssocID="{ED910D91-2D94-4880-9059-00BF1E0D937A}" presName="linNode" presStyleCnt="0"/>
      <dgm:spPr/>
    </dgm:pt>
    <dgm:pt modelId="{4B975124-92BE-4CDC-A04B-D6D438D37C5C}" type="pres">
      <dgm:prSet presAssocID="{ED910D91-2D94-4880-9059-00BF1E0D937A}" presName="parentText" presStyleLbl="node1" presStyleIdx="5" presStyleCnt="6">
        <dgm:presLayoutVars>
          <dgm:chMax val="1"/>
          <dgm:bulletEnabled val="1"/>
        </dgm:presLayoutVars>
      </dgm:prSet>
      <dgm:spPr/>
    </dgm:pt>
  </dgm:ptLst>
  <dgm:cxnLst>
    <dgm:cxn modelId="{2DABB90B-E81E-4671-99BA-4508800A94EF}" srcId="{CC769B9D-0DAF-4B32-859E-12B49B032771}" destId="{ED910D91-2D94-4880-9059-00BF1E0D937A}" srcOrd="5" destOrd="0" parTransId="{9CE9E7D8-7830-4090-A2F6-E2C0237D3892}" sibTransId="{625278D9-CD50-49B4-92B5-761962A30414}"/>
    <dgm:cxn modelId="{4E20D40E-7EA0-4CE4-A8C0-0A66408DD78A}" type="presOf" srcId="{2F17A1CF-2B6C-4503-A6AF-0BA5E66074FE}" destId="{5B61C448-09A7-47AF-8DB0-7E8D83B5C5FB}" srcOrd="0" destOrd="0" presId="urn:microsoft.com/office/officeart/2005/8/layout/vList5"/>
    <dgm:cxn modelId="{00AB2D10-5BC6-4AE3-AE58-6EBAF7FCBA94}" type="presOf" srcId="{ED910D91-2D94-4880-9059-00BF1E0D937A}" destId="{4B975124-92BE-4CDC-A04B-D6D438D37C5C}" srcOrd="0" destOrd="0" presId="urn:microsoft.com/office/officeart/2005/8/layout/vList5"/>
    <dgm:cxn modelId="{ECD98E2D-1645-445D-8597-482A8737FFD4}" srcId="{CC769B9D-0DAF-4B32-859E-12B49B032771}" destId="{ED9840A0-2496-4EFB-A6D5-C6D4722032C2}" srcOrd="4" destOrd="0" parTransId="{AF158069-BD74-4490-BC55-7B966898535D}" sibTransId="{32346D87-4FBA-48D9-A669-00614373A5D6}"/>
    <dgm:cxn modelId="{024C805B-7779-4D3E-9E7F-D73A96515520}" srcId="{CC769B9D-0DAF-4B32-859E-12B49B032771}" destId="{4DF0050B-FE9A-4682-86BE-5BDF2BCD7376}" srcOrd="1" destOrd="0" parTransId="{AC95A879-A9A3-4500-BF3A-1B28CE0B9AB5}" sibTransId="{18FE22F4-7091-478B-A000-634E36022E52}"/>
    <dgm:cxn modelId="{49F2BC55-FD79-4D61-8469-5C433BB005FF}" type="presOf" srcId="{F06D6912-9D0A-48A8-9C36-69F57BC0E604}" destId="{21D64FA4-1580-434A-BF2F-50A8FEEA535D}" srcOrd="0" destOrd="0" presId="urn:microsoft.com/office/officeart/2005/8/layout/vList5"/>
    <dgm:cxn modelId="{8C059080-1F6E-471F-BF24-3C463A8C1A93}" type="presOf" srcId="{BAF7EF10-FC6B-42DA-9967-918C3E1AEF69}" destId="{A4AC974E-F1B1-4CA8-B1A1-D0BE65C3B978}" srcOrd="0" destOrd="0" presId="urn:microsoft.com/office/officeart/2005/8/layout/vList5"/>
    <dgm:cxn modelId="{D68E1CAC-9487-45DB-96CE-11B5A8F3A645}" srcId="{CC769B9D-0DAF-4B32-859E-12B49B032771}" destId="{F06D6912-9D0A-48A8-9C36-69F57BC0E604}" srcOrd="0" destOrd="0" parTransId="{490C4A2E-4C4F-4A43-AF79-A856EA700BC0}" sibTransId="{96D5EFB5-4CA3-4617-AB6D-EDD6AF8DD01E}"/>
    <dgm:cxn modelId="{525F6AB2-EFCA-4A8C-9241-4E498960B51D}" srcId="{CC769B9D-0DAF-4B32-859E-12B49B032771}" destId="{BAF7EF10-FC6B-42DA-9967-918C3E1AEF69}" srcOrd="3" destOrd="0" parTransId="{1337F54B-60F2-413C-B126-802694DC0D42}" sibTransId="{37CF3531-99F6-4F79-9C87-828098F52613}"/>
    <dgm:cxn modelId="{08FEFDB3-3796-4D77-A7F3-F8E16609F5BB}" type="presOf" srcId="{CC769B9D-0DAF-4B32-859E-12B49B032771}" destId="{BFF8241B-030B-41CE-96D3-3F5C5360A739}" srcOrd="0" destOrd="0" presId="urn:microsoft.com/office/officeart/2005/8/layout/vList5"/>
    <dgm:cxn modelId="{0CBD66B9-442D-4EFB-A4AE-7D8BCC1AE8A6}" type="presOf" srcId="{ED9840A0-2496-4EFB-A6D5-C6D4722032C2}" destId="{EA3442F2-AFC4-4ADA-92AF-41E222A52F26}" srcOrd="0" destOrd="0" presId="urn:microsoft.com/office/officeart/2005/8/layout/vList5"/>
    <dgm:cxn modelId="{4C7BB9F5-75B6-4FD2-93C4-09091FB8C5F4}" srcId="{CC769B9D-0DAF-4B32-859E-12B49B032771}" destId="{2F17A1CF-2B6C-4503-A6AF-0BA5E66074FE}" srcOrd="2" destOrd="0" parTransId="{57CAC1E4-206A-4482-AC31-7F05AF28DA79}" sibTransId="{BE99569C-20D1-4714-A68E-6E4AFB45C515}"/>
    <dgm:cxn modelId="{574BCFFE-DAE2-4B8D-9041-982CF7D60706}" type="presOf" srcId="{4DF0050B-FE9A-4682-86BE-5BDF2BCD7376}" destId="{F5C41DB9-FFE4-4B7D-936B-0E9A03A92EA3}" srcOrd="0" destOrd="0" presId="urn:microsoft.com/office/officeart/2005/8/layout/vList5"/>
    <dgm:cxn modelId="{57F2DD62-156B-40A0-904A-5A1646C779A5}" type="presParOf" srcId="{BFF8241B-030B-41CE-96D3-3F5C5360A739}" destId="{EABE5BA3-2A6D-4FD7-8DDD-2DCF137C21D7}" srcOrd="0" destOrd="0" presId="urn:microsoft.com/office/officeart/2005/8/layout/vList5"/>
    <dgm:cxn modelId="{EC816BC2-C739-4FC4-8FCC-58F0DF87A82E}" type="presParOf" srcId="{EABE5BA3-2A6D-4FD7-8DDD-2DCF137C21D7}" destId="{21D64FA4-1580-434A-BF2F-50A8FEEA535D}" srcOrd="0" destOrd="0" presId="urn:microsoft.com/office/officeart/2005/8/layout/vList5"/>
    <dgm:cxn modelId="{7A72E745-FE9B-4C84-ABE0-F173E64D1417}" type="presParOf" srcId="{BFF8241B-030B-41CE-96D3-3F5C5360A739}" destId="{45D3B256-AFC9-4EE0-A84D-1936175107ED}" srcOrd="1" destOrd="0" presId="urn:microsoft.com/office/officeart/2005/8/layout/vList5"/>
    <dgm:cxn modelId="{7BF2BACE-DA8E-4CE9-8735-7A8008F0AA45}" type="presParOf" srcId="{BFF8241B-030B-41CE-96D3-3F5C5360A739}" destId="{8518D015-8D90-463D-944D-B476A1428687}" srcOrd="2" destOrd="0" presId="urn:microsoft.com/office/officeart/2005/8/layout/vList5"/>
    <dgm:cxn modelId="{86628F7E-8CF7-4C57-9A56-6461300FA998}" type="presParOf" srcId="{8518D015-8D90-463D-944D-B476A1428687}" destId="{F5C41DB9-FFE4-4B7D-936B-0E9A03A92EA3}" srcOrd="0" destOrd="0" presId="urn:microsoft.com/office/officeart/2005/8/layout/vList5"/>
    <dgm:cxn modelId="{AB845CAC-F139-43A6-B43E-8D486272726C}" type="presParOf" srcId="{BFF8241B-030B-41CE-96D3-3F5C5360A739}" destId="{B499DB3E-4175-4F64-9A05-65B177FD66BC}" srcOrd="3" destOrd="0" presId="urn:microsoft.com/office/officeart/2005/8/layout/vList5"/>
    <dgm:cxn modelId="{7A65C8D6-2901-4C35-8FCE-74231C5F52FD}" type="presParOf" srcId="{BFF8241B-030B-41CE-96D3-3F5C5360A739}" destId="{1D09B5E2-E89D-495E-9A70-6971AA112CF6}" srcOrd="4" destOrd="0" presId="urn:microsoft.com/office/officeart/2005/8/layout/vList5"/>
    <dgm:cxn modelId="{88696FDA-EA87-4535-8B86-BC41C60E8991}" type="presParOf" srcId="{1D09B5E2-E89D-495E-9A70-6971AA112CF6}" destId="{5B61C448-09A7-47AF-8DB0-7E8D83B5C5FB}" srcOrd="0" destOrd="0" presId="urn:microsoft.com/office/officeart/2005/8/layout/vList5"/>
    <dgm:cxn modelId="{F7CCFECD-BF6C-45D8-AC4A-D55651C157F8}" type="presParOf" srcId="{BFF8241B-030B-41CE-96D3-3F5C5360A739}" destId="{96D1030B-9FE7-4D79-9536-3245D9C8D514}" srcOrd="5" destOrd="0" presId="urn:microsoft.com/office/officeart/2005/8/layout/vList5"/>
    <dgm:cxn modelId="{F26DFD85-33CD-461C-A4B9-C9A7DED5DCC5}" type="presParOf" srcId="{BFF8241B-030B-41CE-96D3-3F5C5360A739}" destId="{03747B91-676C-4A2B-8130-919C38143D1C}" srcOrd="6" destOrd="0" presId="urn:microsoft.com/office/officeart/2005/8/layout/vList5"/>
    <dgm:cxn modelId="{8E49BE1E-6E09-43F0-8CF4-5687456245B7}" type="presParOf" srcId="{03747B91-676C-4A2B-8130-919C38143D1C}" destId="{A4AC974E-F1B1-4CA8-B1A1-D0BE65C3B978}" srcOrd="0" destOrd="0" presId="urn:microsoft.com/office/officeart/2005/8/layout/vList5"/>
    <dgm:cxn modelId="{6C644C73-1581-4D35-A009-A061297551F9}" type="presParOf" srcId="{BFF8241B-030B-41CE-96D3-3F5C5360A739}" destId="{64D9DB82-E352-4600-B887-0C8D065FBEDF}" srcOrd="7" destOrd="0" presId="urn:microsoft.com/office/officeart/2005/8/layout/vList5"/>
    <dgm:cxn modelId="{AAF9D22F-2CBA-473B-92AC-80996F6AED59}" type="presParOf" srcId="{BFF8241B-030B-41CE-96D3-3F5C5360A739}" destId="{DEC7F63C-49C7-4B02-B17E-C8572420F57D}" srcOrd="8" destOrd="0" presId="urn:microsoft.com/office/officeart/2005/8/layout/vList5"/>
    <dgm:cxn modelId="{5343259F-6FF7-41DE-B548-CD3BC9F1A360}" type="presParOf" srcId="{DEC7F63C-49C7-4B02-B17E-C8572420F57D}" destId="{EA3442F2-AFC4-4ADA-92AF-41E222A52F26}" srcOrd="0" destOrd="0" presId="urn:microsoft.com/office/officeart/2005/8/layout/vList5"/>
    <dgm:cxn modelId="{8701914E-3291-4AE9-AE6C-847C867CD871}" type="presParOf" srcId="{BFF8241B-030B-41CE-96D3-3F5C5360A739}" destId="{01ACB6FD-39E7-4BF5-9884-9D029898909A}" srcOrd="9" destOrd="0" presId="urn:microsoft.com/office/officeart/2005/8/layout/vList5"/>
    <dgm:cxn modelId="{BD3F540C-11D4-4FEB-8B71-3ABA06511B99}" type="presParOf" srcId="{BFF8241B-030B-41CE-96D3-3F5C5360A739}" destId="{EADCB7CA-18F2-49B5-B29E-22111AA64EDB}" srcOrd="10" destOrd="0" presId="urn:microsoft.com/office/officeart/2005/8/layout/vList5"/>
    <dgm:cxn modelId="{2122DAA0-29F9-45AE-86B8-2DF30CD2D674}" type="presParOf" srcId="{EADCB7CA-18F2-49B5-B29E-22111AA64EDB}" destId="{4B975124-92BE-4CDC-A04B-D6D438D37C5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AC6D114-BBBE-4498-8CF3-02A3C7FCA258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7197B4C-C773-4820-A75D-5087168038B0}">
      <dgm:prSet/>
      <dgm:spPr/>
      <dgm:t>
        <a:bodyPr/>
        <a:lstStyle/>
        <a:p>
          <a:r>
            <a:rPr lang="en-US"/>
            <a:t>Raw Data Upload</a:t>
          </a:r>
        </a:p>
      </dgm:t>
    </dgm:pt>
    <dgm:pt modelId="{3F3E15C7-C8EB-46AB-BFEA-99A14E126D19}" type="parTrans" cxnId="{EAABCC3E-EA43-459F-AC17-E7884CC26EA7}">
      <dgm:prSet/>
      <dgm:spPr/>
      <dgm:t>
        <a:bodyPr/>
        <a:lstStyle/>
        <a:p>
          <a:endParaRPr lang="en-US"/>
        </a:p>
      </dgm:t>
    </dgm:pt>
    <dgm:pt modelId="{0B694F32-E7E2-4243-B987-8DFC7CA75E79}" type="sibTrans" cxnId="{EAABCC3E-EA43-459F-AC17-E7884CC26EA7}">
      <dgm:prSet/>
      <dgm:spPr/>
      <dgm:t>
        <a:bodyPr/>
        <a:lstStyle/>
        <a:p>
          <a:endParaRPr lang="en-US"/>
        </a:p>
      </dgm:t>
    </dgm:pt>
    <dgm:pt modelId="{FBEF4157-AEFC-4453-A78D-47C7448CDAA6}">
      <dgm:prSet/>
      <dgm:spPr/>
      <dgm:t>
        <a:bodyPr/>
        <a:lstStyle/>
        <a:p>
          <a:r>
            <a:rPr lang="en-US"/>
            <a:t>CSVs → S3 Bronze.</a:t>
          </a:r>
        </a:p>
      </dgm:t>
    </dgm:pt>
    <dgm:pt modelId="{5B23DA2B-79F6-4125-94E3-BAB55290DE2C}" type="parTrans" cxnId="{45DE6203-1929-4481-80D6-357B6258D975}">
      <dgm:prSet/>
      <dgm:spPr/>
      <dgm:t>
        <a:bodyPr/>
        <a:lstStyle/>
        <a:p>
          <a:endParaRPr lang="en-US"/>
        </a:p>
      </dgm:t>
    </dgm:pt>
    <dgm:pt modelId="{B7D7F952-0BA6-4635-9549-1C70F4689522}" type="sibTrans" cxnId="{45DE6203-1929-4481-80D6-357B6258D975}">
      <dgm:prSet/>
      <dgm:spPr/>
      <dgm:t>
        <a:bodyPr/>
        <a:lstStyle/>
        <a:p>
          <a:endParaRPr lang="en-US"/>
        </a:p>
      </dgm:t>
    </dgm:pt>
    <dgm:pt modelId="{E11F81D1-0103-4143-BDFA-A0692F0FA557}">
      <dgm:prSet/>
      <dgm:spPr/>
      <dgm:t>
        <a:bodyPr/>
        <a:lstStyle/>
        <a:p>
          <a:r>
            <a:rPr lang="en-US"/>
            <a:t>Silver Transformation (PySpark)</a:t>
          </a:r>
        </a:p>
      </dgm:t>
    </dgm:pt>
    <dgm:pt modelId="{D2CD29C7-7F55-4772-8489-4FF1D726745B}" type="parTrans" cxnId="{BDFFF3C2-58D4-4418-AFB2-72E8E26F8B08}">
      <dgm:prSet/>
      <dgm:spPr/>
      <dgm:t>
        <a:bodyPr/>
        <a:lstStyle/>
        <a:p>
          <a:endParaRPr lang="en-US"/>
        </a:p>
      </dgm:t>
    </dgm:pt>
    <dgm:pt modelId="{32761866-231F-45FE-AEF7-81973F31CDED}" type="sibTrans" cxnId="{BDFFF3C2-58D4-4418-AFB2-72E8E26F8B08}">
      <dgm:prSet/>
      <dgm:spPr/>
      <dgm:t>
        <a:bodyPr/>
        <a:lstStyle/>
        <a:p>
          <a:endParaRPr lang="en-US"/>
        </a:p>
      </dgm:t>
    </dgm:pt>
    <dgm:pt modelId="{8CFDC3D2-8A3F-403E-B62E-80D09AC4F10A}">
      <dgm:prSet/>
      <dgm:spPr/>
      <dgm:t>
        <a:bodyPr/>
        <a:lstStyle/>
        <a:p>
          <a:r>
            <a:rPr lang="en-US"/>
            <a:t>Read from Bronze → clean &amp; cast → write Parquet to Silver.</a:t>
          </a:r>
        </a:p>
      </dgm:t>
    </dgm:pt>
    <dgm:pt modelId="{35D56084-424A-4DCF-9F01-2B934DFDD206}" type="parTrans" cxnId="{C68AF2E8-7359-4C7B-BC0C-C0B95FB275CD}">
      <dgm:prSet/>
      <dgm:spPr/>
      <dgm:t>
        <a:bodyPr/>
        <a:lstStyle/>
        <a:p>
          <a:endParaRPr lang="en-US"/>
        </a:p>
      </dgm:t>
    </dgm:pt>
    <dgm:pt modelId="{7338961C-BB9F-48F7-8EBE-70CC4DAF60ED}" type="sibTrans" cxnId="{C68AF2E8-7359-4C7B-BC0C-C0B95FB275CD}">
      <dgm:prSet/>
      <dgm:spPr/>
      <dgm:t>
        <a:bodyPr/>
        <a:lstStyle/>
        <a:p>
          <a:endParaRPr lang="en-US"/>
        </a:p>
      </dgm:t>
    </dgm:pt>
    <dgm:pt modelId="{62A9809F-1B17-486E-BAA3-E90FBAAD8E1A}">
      <dgm:prSet/>
      <dgm:spPr/>
      <dgm:t>
        <a:bodyPr/>
        <a:lstStyle/>
        <a:p>
          <a:r>
            <a:rPr lang="en-US"/>
            <a:t>Gold Modeling (PySpark)</a:t>
          </a:r>
        </a:p>
      </dgm:t>
    </dgm:pt>
    <dgm:pt modelId="{3F34FC34-7850-40F7-BCC8-23F0972E1C5E}" type="parTrans" cxnId="{F2231728-AE0A-4A08-B7FD-E622B13BC789}">
      <dgm:prSet/>
      <dgm:spPr/>
      <dgm:t>
        <a:bodyPr/>
        <a:lstStyle/>
        <a:p>
          <a:endParaRPr lang="en-US"/>
        </a:p>
      </dgm:t>
    </dgm:pt>
    <dgm:pt modelId="{0E1FF899-372E-4A8D-A76A-82465AF59542}" type="sibTrans" cxnId="{F2231728-AE0A-4A08-B7FD-E622B13BC789}">
      <dgm:prSet/>
      <dgm:spPr/>
      <dgm:t>
        <a:bodyPr/>
        <a:lstStyle/>
        <a:p>
          <a:endParaRPr lang="en-US"/>
        </a:p>
      </dgm:t>
    </dgm:pt>
    <dgm:pt modelId="{FFEF3C0A-3EAE-4DB4-8C97-FC571910A738}">
      <dgm:prSet/>
      <dgm:spPr/>
      <dgm:t>
        <a:bodyPr/>
        <a:lstStyle/>
        <a:p>
          <a:r>
            <a:rPr lang="en-US"/>
            <a:t>Join silver tables → build fact_claims &amp; dims → write Parquet to Gold.</a:t>
          </a:r>
        </a:p>
      </dgm:t>
    </dgm:pt>
    <dgm:pt modelId="{8ADDD72A-E55B-44AB-85AB-E75E45CD96FC}" type="parTrans" cxnId="{228D4D6B-823C-4AD6-96A9-D510112DA27C}">
      <dgm:prSet/>
      <dgm:spPr/>
      <dgm:t>
        <a:bodyPr/>
        <a:lstStyle/>
        <a:p>
          <a:endParaRPr lang="en-US"/>
        </a:p>
      </dgm:t>
    </dgm:pt>
    <dgm:pt modelId="{21F178FE-5DEA-49D9-8AC1-CFE3093C9AD4}" type="sibTrans" cxnId="{228D4D6B-823C-4AD6-96A9-D510112DA27C}">
      <dgm:prSet/>
      <dgm:spPr/>
      <dgm:t>
        <a:bodyPr/>
        <a:lstStyle/>
        <a:p>
          <a:endParaRPr lang="en-US"/>
        </a:p>
      </dgm:t>
    </dgm:pt>
    <dgm:pt modelId="{ED614C56-243C-49A5-9059-F93AD6CAAD19}">
      <dgm:prSet/>
      <dgm:spPr/>
      <dgm:t>
        <a:bodyPr/>
        <a:lstStyle/>
        <a:p>
          <a:r>
            <a:rPr lang="en-US"/>
            <a:t>Athena Validation</a:t>
          </a:r>
        </a:p>
      </dgm:t>
    </dgm:pt>
    <dgm:pt modelId="{E81E5DD9-3BF6-4B1D-A3A2-02C12795E052}" type="parTrans" cxnId="{5BA382D2-3AED-4FFC-A463-B7D7B3544026}">
      <dgm:prSet/>
      <dgm:spPr/>
      <dgm:t>
        <a:bodyPr/>
        <a:lstStyle/>
        <a:p>
          <a:endParaRPr lang="en-US"/>
        </a:p>
      </dgm:t>
    </dgm:pt>
    <dgm:pt modelId="{067908ED-83D1-453E-8C72-46F94E05FC59}" type="sibTrans" cxnId="{5BA382D2-3AED-4FFC-A463-B7D7B3544026}">
      <dgm:prSet/>
      <dgm:spPr/>
      <dgm:t>
        <a:bodyPr/>
        <a:lstStyle/>
        <a:p>
          <a:endParaRPr lang="en-US"/>
        </a:p>
      </dgm:t>
    </dgm:pt>
    <dgm:pt modelId="{E1CCEF5D-C952-4C07-AA70-11FF97CAEA34}">
      <dgm:prSet/>
      <dgm:spPr/>
      <dgm:t>
        <a:bodyPr/>
        <a:lstStyle/>
        <a:p>
          <a:r>
            <a:rPr lang="en-US"/>
            <a:t>Create external tables → run SELECT * LIMIT 10 checks.</a:t>
          </a:r>
        </a:p>
      </dgm:t>
    </dgm:pt>
    <dgm:pt modelId="{F21B82DA-E051-4EBA-85C4-4170EBC8D478}" type="parTrans" cxnId="{DA677F74-1C75-4B5C-8F1F-0CB20A38CC91}">
      <dgm:prSet/>
      <dgm:spPr/>
      <dgm:t>
        <a:bodyPr/>
        <a:lstStyle/>
        <a:p>
          <a:endParaRPr lang="en-US"/>
        </a:p>
      </dgm:t>
    </dgm:pt>
    <dgm:pt modelId="{33575078-C2F7-4577-A1CD-74F61BF55B50}" type="sibTrans" cxnId="{DA677F74-1C75-4B5C-8F1F-0CB20A38CC91}">
      <dgm:prSet/>
      <dgm:spPr/>
      <dgm:t>
        <a:bodyPr/>
        <a:lstStyle/>
        <a:p>
          <a:endParaRPr lang="en-US"/>
        </a:p>
      </dgm:t>
    </dgm:pt>
    <dgm:pt modelId="{77663C43-B41B-43A1-B7ED-D8CC2B3B56C7}">
      <dgm:prSet/>
      <dgm:spPr/>
      <dgm:t>
        <a:bodyPr/>
        <a:lstStyle/>
        <a:p>
          <a:r>
            <a:rPr lang="en-US"/>
            <a:t>Redshift Load</a:t>
          </a:r>
        </a:p>
      </dgm:t>
    </dgm:pt>
    <dgm:pt modelId="{2396694B-9F02-4BE2-A61B-508624FD24FD}" type="parTrans" cxnId="{6929E45C-C557-4057-BC5A-5BB9B974373E}">
      <dgm:prSet/>
      <dgm:spPr/>
      <dgm:t>
        <a:bodyPr/>
        <a:lstStyle/>
        <a:p>
          <a:endParaRPr lang="en-US"/>
        </a:p>
      </dgm:t>
    </dgm:pt>
    <dgm:pt modelId="{F12B7CD4-262B-4993-9DFF-CC993104328D}" type="sibTrans" cxnId="{6929E45C-C557-4057-BC5A-5BB9B974373E}">
      <dgm:prSet/>
      <dgm:spPr/>
      <dgm:t>
        <a:bodyPr/>
        <a:lstStyle/>
        <a:p>
          <a:endParaRPr lang="en-US"/>
        </a:p>
      </dgm:t>
    </dgm:pt>
    <dgm:pt modelId="{50B0357A-9465-48C3-9B9E-DB1F487B40EF}">
      <dgm:prSet/>
      <dgm:spPr/>
      <dgm:t>
        <a:bodyPr/>
        <a:lstStyle/>
        <a:p>
          <a:r>
            <a:rPr lang="en-US"/>
            <a:t>Create project_model schema → create tables → COPY ... FORMAT AS PARQUET.</a:t>
          </a:r>
        </a:p>
      </dgm:t>
    </dgm:pt>
    <dgm:pt modelId="{954C2912-69C8-422C-96F8-88EA17D4BBBF}" type="parTrans" cxnId="{31A9FF26-55D8-4217-B754-26558608AA50}">
      <dgm:prSet/>
      <dgm:spPr/>
      <dgm:t>
        <a:bodyPr/>
        <a:lstStyle/>
        <a:p>
          <a:endParaRPr lang="en-US"/>
        </a:p>
      </dgm:t>
    </dgm:pt>
    <dgm:pt modelId="{261C31BE-3E60-4A87-8524-BF07F09C2BF6}" type="sibTrans" cxnId="{31A9FF26-55D8-4217-B754-26558608AA50}">
      <dgm:prSet/>
      <dgm:spPr/>
      <dgm:t>
        <a:bodyPr/>
        <a:lstStyle/>
        <a:p>
          <a:endParaRPr lang="en-US"/>
        </a:p>
      </dgm:t>
    </dgm:pt>
    <dgm:pt modelId="{2F04EE2A-0112-4DB1-B269-9489DAEEAC0A}">
      <dgm:prSet/>
      <dgm:spPr/>
      <dgm:t>
        <a:bodyPr/>
        <a:lstStyle/>
        <a:p>
          <a:r>
            <a:rPr lang="en-US"/>
            <a:t>Analytics Outputs</a:t>
          </a:r>
        </a:p>
      </dgm:t>
    </dgm:pt>
    <dgm:pt modelId="{841550B7-1D09-40F8-BCD1-A931E5843C50}" type="parTrans" cxnId="{B4991721-4D1F-467E-B77A-D34BF016478C}">
      <dgm:prSet/>
      <dgm:spPr/>
      <dgm:t>
        <a:bodyPr/>
        <a:lstStyle/>
        <a:p>
          <a:endParaRPr lang="en-US"/>
        </a:p>
      </dgm:t>
    </dgm:pt>
    <dgm:pt modelId="{C8D8FCD7-C70B-4C11-A971-7E680ED03CE7}" type="sibTrans" cxnId="{B4991721-4D1F-467E-B77A-D34BF016478C}">
      <dgm:prSet/>
      <dgm:spPr/>
      <dgm:t>
        <a:bodyPr/>
        <a:lstStyle/>
        <a:p>
          <a:endParaRPr lang="en-US"/>
        </a:p>
      </dgm:t>
    </dgm:pt>
    <dgm:pt modelId="{B163E69C-F800-4CCD-9032-94D7BF9CDCFA}">
      <dgm:prSet/>
      <dgm:spPr/>
      <dgm:t>
        <a:bodyPr/>
        <a:lstStyle/>
        <a:p>
          <a:r>
            <a:rPr lang="en-US"/>
            <a:t>CREATE TABLE project_output.... AS SELECT ... for each requirement.</a:t>
          </a:r>
        </a:p>
      </dgm:t>
    </dgm:pt>
    <dgm:pt modelId="{9A6615D6-C673-4667-A2B2-0D6297434E85}" type="parTrans" cxnId="{95E9C22C-018C-4037-B31A-1E101CC4B0B3}">
      <dgm:prSet/>
      <dgm:spPr/>
      <dgm:t>
        <a:bodyPr/>
        <a:lstStyle/>
        <a:p>
          <a:endParaRPr lang="en-US"/>
        </a:p>
      </dgm:t>
    </dgm:pt>
    <dgm:pt modelId="{85DE8273-E841-4700-AC37-FCA6BAEC3999}" type="sibTrans" cxnId="{95E9C22C-018C-4037-B31A-1E101CC4B0B3}">
      <dgm:prSet/>
      <dgm:spPr/>
      <dgm:t>
        <a:bodyPr/>
        <a:lstStyle/>
        <a:p>
          <a:endParaRPr lang="en-US"/>
        </a:p>
      </dgm:t>
    </dgm:pt>
    <dgm:pt modelId="{B307A2AF-E1B1-4A0E-A2B3-D3F7CFC8B2CF}" type="pres">
      <dgm:prSet presAssocID="{3AC6D114-BBBE-4498-8CF3-02A3C7FCA258}" presName="Name0" presStyleCnt="0">
        <dgm:presLayoutVars>
          <dgm:dir/>
          <dgm:animLvl val="lvl"/>
          <dgm:resizeHandles val="exact"/>
        </dgm:presLayoutVars>
      </dgm:prSet>
      <dgm:spPr/>
    </dgm:pt>
    <dgm:pt modelId="{F2CA9C7B-C007-442E-A3D3-49D1FB0DF879}" type="pres">
      <dgm:prSet presAssocID="{57197B4C-C773-4820-A75D-5087168038B0}" presName="linNode" presStyleCnt="0"/>
      <dgm:spPr/>
    </dgm:pt>
    <dgm:pt modelId="{A20B9344-AF27-4372-8229-C6580F2DD144}" type="pres">
      <dgm:prSet presAssocID="{57197B4C-C773-4820-A75D-5087168038B0}" presName="parentText" presStyleLbl="alignNode1" presStyleIdx="0" presStyleCnt="6">
        <dgm:presLayoutVars>
          <dgm:chMax val="1"/>
          <dgm:bulletEnabled/>
        </dgm:presLayoutVars>
      </dgm:prSet>
      <dgm:spPr/>
    </dgm:pt>
    <dgm:pt modelId="{212C5C0C-B6E2-4D19-A8FC-BCCDF0E86B48}" type="pres">
      <dgm:prSet presAssocID="{57197B4C-C773-4820-A75D-5087168038B0}" presName="descendantText" presStyleLbl="alignAccFollowNode1" presStyleIdx="0" presStyleCnt="6">
        <dgm:presLayoutVars>
          <dgm:bulletEnabled/>
        </dgm:presLayoutVars>
      </dgm:prSet>
      <dgm:spPr/>
    </dgm:pt>
    <dgm:pt modelId="{CB67FC75-9C3E-4026-B552-D9F3B4A1BBCE}" type="pres">
      <dgm:prSet presAssocID="{0B694F32-E7E2-4243-B987-8DFC7CA75E79}" presName="sp" presStyleCnt="0"/>
      <dgm:spPr/>
    </dgm:pt>
    <dgm:pt modelId="{AD7F8091-9202-4E4E-AB82-6D9C8157DE10}" type="pres">
      <dgm:prSet presAssocID="{E11F81D1-0103-4143-BDFA-A0692F0FA557}" presName="linNode" presStyleCnt="0"/>
      <dgm:spPr/>
    </dgm:pt>
    <dgm:pt modelId="{73CFC1BA-495E-4611-887D-F20254A39208}" type="pres">
      <dgm:prSet presAssocID="{E11F81D1-0103-4143-BDFA-A0692F0FA557}" presName="parentText" presStyleLbl="alignNode1" presStyleIdx="1" presStyleCnt="6">
        <dgm:presLayoutVars>
          <dgm:chMax val="1"/>
          <dgm:bulletEnabled/>
        </dgm:presLayoutVars>
      </dgm:prSet>
      <dgm:spPr/>
    </dgm:pt>
    <dgm:pt modelId="{3191D62E-84F7-4723-9692-71607A9F5C6F}" type="pres">
      <dgm:prSet presAssocID="{E11F81D1-0103-4143-BDFA-A0692F0FA557}" presName="descendantText" presStyleLbl="alignAccFollowNode1" presStyleIdx="1" presStyleCnt="6">
        <dgm:presLayoutVars>
          <dgm:bulletEnabled/>
        </dgm:presLayoutVars>
      </dgm:prSet>
      <dgm:spPr/>
    </dgm:pt>
    <dgm:pt modelId="{71C62A44-466E-41A5-B656-4AA10BD314ED}" type="pres">
      <dgm:prSet presAssocID="{32761866-231F-45FE-AEF7-81973F31CDED}" presName="sp" presStyleCnt="0"/>
      <dgm:spPr/>
    </dgm:pt>
    <dgm:pt modelId="{FFEB8BFE-CEA9-409F-A617-2EC9ED8E2563}" type="pres">
      <dgm:prSet presAssocID="{62A9809F-1B17-486E-BAA3-E90FBAAD8E1A}" presName="linNode" presStyleCnt="0"/>
      <dgm:spPr/>
    </dgm:pt>
    <dgm:pt modelId="{9761C73E-CFB3-43AF-8D0A-C25EE16F988F}" type="pres">
      <dgm:prSet presAssocID="{62A9809F-1B17-486E-BAA3-E90FBAAD8E1A}" presName="parentText" presStyleLbl="alignNode1" presStyleIdx="2" presStyleCnt="6">
        <dgm:presLayoutVars>
          <dgm:chMax val="1"/>
          <dgm:bulletEnabled/>
        </dgm:presLayoutVars>
      </dgm:prSet>
      <dgm:spPr/>
    </dgm:pt>
    <dgm:pt modelId="{32E00097-95F6-4F8B-B4F5-CF15E950F863}" type="pres">
      <dgm:prSet presAssocID="{62A9809F-1B17-486E-BAA3-E90FBAAD8E1A}" presName="descendantText" presStyleLbl="alignAccFollowNode1" presStyleIdx="2" presStyleCnt="6">
        <dgm:presLayoutVars>
          <dgm:bulletEnabled/>
        </dgm:presLayoutVars>
      </dgm:prSet>
      <dgm:spPr/>
    </dgm:pt>
    <dgm:pt modelId="{C6EB9C1B-882A-4738-80F1-AA992DB4BD4A}" type="pres">
      <dgm:prSet presAssocID="{0E1FF899-372E-4A8D-A76A-82465AF59542}" presName="sp" presStyleCnt="0"/>
      <dgm:spPr/>
    </dgm:pt>
    <dgm:pt modelId="{EA72219A-D1D1-4F37-9092-D8C5A9942654}" type="pres">
      <dgm:prSet presAssocID="{ED614C56-243C-49A5-9059-F93AD6CAAD19}" presName="linNode" presStyleCnt="0"/>
      <dgm:spPr/>
    </dgm:pt>
    <dgm:pt modelId="{9ECA5B20-9776-4825-BA0D-A0746ACB7963}" type="pres">
      <dgm:prSet presAssocID="{ED614C56-243C-49A5-9059-F93AD6CAAD19}" presName="parentText" presStyleLbl="alignNode1" presStyleIdx="3" presStyleCnt="6">
        <dgm:presLayoutVars>
          <dgm:chMax val="1"/>
          <dgm:bulletEnabled/>
        </dgm:presLayoutVars>
      </dgm:prSet>
      <dgm:spPr/>
    </dgm:pt>
    <dgm:pt modelId="{F2E7AE11-BBE8-4337-91F0-3C918C101851}" type="pres">
      <dgm:prSet presAssocID="{ED614C56-243C-49A5-9059-F93AD6CAAD19}" presName="descendantText" presStyleLbl="alignAccFollowNode1" presStyleIdx="3" presStyleCnt="6">
        <dgm:presLayoutVars>
          <dgm:bulletEnabled/>
        </dgm:presLayoutVars>
      </dgm:prSet>
      <dgm:spPr/>
    </dgm:pt>
    <dgm:pt modelId="{EFECAC56-F99A-465C-B0F8-AE21EBD7954D}" type="pres">
      <dgm:prSet presAssocID="{067908ED-83D1-453E-8C72-46F94E05FC59}" presName="sp" presStyleCnt="0"/>
      <dgm:spPr/>
    </dgm:pt>
    <dgm:pt modelId="{4A2F2E1C-4CE3-41B3-847F-A1BA8115784A}" type="pres">
      <dgm:prSet presAssocID="{77663C43-B41B-43A1-B7ED-D8CC2B3B56C7}" presName="linNode" presStyleCnt="0"/>
      <dgm:spPr/>
    </dgm:pt>
    <dgm:pt modelId="{0F3C0A4B-5439-431B-A2E7-5F3D6FDC60F2}" type="pres">
      <dgm:prSet presAssocID="{77663C43-B41B-43A1-B7ED-D8CC2B3B56C7}" presName="parentText" presStyleLbl="alignNode1" presStyleIdx="4" presStyleCnt="6">
        <dgm:presLayoutVars>
          <dgm:chMax val="1"/>
          <dgm:bulletEnabled/>
        </dgm:presLayoutVars>
      </dgm:prSet>
      <dgm:spPr/>
    </dgm:pt>
    <dgm:pt modelId="{B1426EAD-D24D-4FF5-8B00-6B55CF083661}" type="pres">
      <dgm:prSet presAssocID="{77663C43-B41B-43A1-B7ED-D8CC2B3B56C7}" presName="descendantText" presStyleLbl="alignAccFollowNode1" presStyleIdx="4" presStyleCnt="6">
        <dgm:presLayoutVars>
          <dgm:bulletEnabled/>
        </dgm:presLayoutVars>
      </dgm:prSet>
      <dgm:spPr/>
    </dgm:pt>
    <dgm:pt modelId="{F7536261-0C22-4AB9-96C4-C4FCC090E577}" type="pres">
      <dgm:prSet presAssocID="{F12B7CD4-262B-4993-9DFF-CC993104328D}" presName="sp" presStyleCnt="0"/>
      <dgm:spPr/>
    </dgm:pt>
    <dgm:pt modelId="{DEC77C2B-8CA0-435B-9EDA-D2F8EB846675}" type="pres">
      <dgm:prSet presAssocID="{2F04EE2A-0112-4DB1-B269-9489DAEEAC0A}" presName="linNode" presStyleCnt="0"/>
      <dgm:spPr/>
    </dgm:pt>
    <dgm:pt modelId="{8BEE5A0E-A5DB-44F1-94AA-A6F85E1670F7}" type="pres">
      <dgm:prSet presAssocID="{2F04EE2A-0112-4DB1-B269-9489DAEEAC0A}" presName="parentText" presStyleLbl="alignNode1" presStyleIdx="5" presStyleCnt="6">
        <dgm:presLayoutVars>
          <dgm:chMax val="1"/>
          <dgm:bulletEnabled/>
        </dgm:presLayoutVars>
      </dgm:prSet>
      <dgm:spPr/>
    </dgm:pt>
    <dgm:pt modelId="{96B045D8-AF3F-4463-922B-B6CD2FB0A5DB}" type="pres">
      <dgm:prSet presAssocID="{2F04EE2A-0112-4DB1-B269-9489DAEEAC0A}" presName="descendantText" presStyleLbl="alignAccFollowNode1" presStyleIdx="5" presStyleCnt="6">
        <dgm:presLayoutVars>
          <dgm:bulletEnabled/>
        </dgm:presLayoutVars>
      </dgm:prSet>
      <dgm:spPr/>
    </dgm:pt>
  </dgm:ptLst>
  <dgm:cxnLst>
    <dgm:cxn modelId="{45DE6203-1929-4481-80D6-357B6258D975}" srcId="{57197B4C-C773-4820-A75D-5087168038B0}" destId="{FBEF4157-AEFC-4453-A78D-47C7448CDAA6}" srcOrd="0" destOrd="0" parTransId="{5B23DA2B-79F6-4125-94E3-BAB55290DE2C}" sibTransId="{B7D7F952-0BA6-4635-9549-1C70F4689522}"/>
    <dgm:cxn modelId="{6E7A971F-B2EF-43FB-9A6A-41E9317003BD}" type="presOf" srcId="{3AC6D114-BBBE-4498-8CF3-02A3C7FCA258}" destId="{B307A2AF-E1B1-4A0E-A2B3-D3F7CFC8B2CF}" srcOrd="0" destOrd="0" presId="urn:microsoft.com/office/officeart/2016/7/layout/VerticalSolidActionList"/>
    <dgm:cxn modelId="{B4991721-4D1F-467E-B77A-D34BF016478C}" srcId="{3AC6D114-BBBE-4498-8CF3-02A3C7FCA258}" destId="{2F04EE2A-0112-4DB1-B269-9489DAEEAC0A}" srcOrd="5" destOrd="0" parTransId="{841550B7-1D09-40F8-BCD1-A931E5843C50}" sibTransId="{C8D8FCD7-C70B-4C11-A971-7E680ED03CE7}"/>
    <dgm:cxn modelId="{31A9FF26-55D8-4217-B754-26558608AA50}" srcId="{77663C43-B41B-43A1-B7ED-D8CC2B3B56C7}" destId="{50B0357A-9465-48C3-9B9E-DB1F487B40EF}" srcOrd="0" destOrd="0" parTransId="{954C2912-69C8-422C-96F8-88EA17D4BBBF}" sibTransId="{261C31BE-3E60-4A87-8524-BF07F09C2BF6}"/>
    <dgm:cxn modelId="{F2231728-AE0A-4A08-B7FD-E622B13BC789}" srcId="{3AC6D114-BBBE-4498-8CF3-02A3C7FCA258}" destId="{62A9809F-1B17-486E-BAA3-E90FBAAD8E1A}" srcOrd="2" destOrd="0" parTransId="{3F34FC34-7850-40F7-BCC8-23F0972E1C5E}" sibTransId="{0E1FF899-372E-4A8D-A76A-82465AF59542}"/>
    <dgm:cxn modelId="{95E9C22C-018C-4037-B31A-1E101CC4B0B3}" srcId="{2F04EE2A-0112-4DB1-B269-9489DAEEAC0A}" destId="{B163E69C-F800-4CCD-9032-94D7BF9CDCFA}" srcOrd="0" destOrd="0" parTransId="{9A6615D6-C673-4667-A2B2-0D6297434E85}" sibTransId="{85DE8273-E841-4700-AC37-FCA6BAEC3999}"/>
    <dgm:cxn modelId="{EAABCC3E-EA43-459F-AC17-E7884CC26EA7}" srcId="{3AC6D114-BBBE-4498-8CF3-02A3C7FCA258}" destId="{57197B4C-C773-4820-A75D-5087168038B0}" srcOrd="0" destOrd="0" parTransId="{3F3E15C7-C8EB-46AB-BFEA-99A14E126D19}" sibTransId="{0B694F32-E7E2-4243-B987-8DFC7CA75E79}"/>
    <dgm:cxn modelId="{6929E45C-C557-4057-BC5A-5BB9B974373E}" srcId="{3AC6D114-BBBE-4498-8CF3-02A3C7FCA258}" destId="{77663C43-B41B-43A1-B7ED-D8CC2B3B56C7}" srcOrd="4" destOrd="0" parTransId="{2396694B-9F02-4BE2-A61B-508624FD24FD}" sibTransId="{F12B7CD4-262B-4993-9DFF-CC993104328D}"/>
    <dgm:cxn modelId="{9781B265-5F81-453F-A155-E32F4A070D11}" type="presOf" srcId="{E1CCEF5D-C952-4C07-AA70-11FF97CAEA34}" destId="{F2E7AE11-BBE8-4337-91F0-3C918C101851}" srcOrd="0" destOrd="0" presId="urn:microsoft.com/office/officeart/2016/7/layout/VerticalSolidActionList"/>
    <dgm:cxn modelId="{EA2DD265-1B90-45BC-B4CE-B83FC013CA67}" type="presOf" srcId="{50B0357A-9465-48C3-9B9E-DB1F487B40EF}" destId="{B1426EAD-D24D-4FF5-8B00-6B55CF083661}" srcOrd="0" destOrd="0" presId="urn:microsoft.com/office/officeart/2016/7/layout/VerticalSolidActionList"/>
    <dgm:cxn modelId="{228D4D6B-823C-4AD6-96A9-D510112DA27C}" srcId="{62A9809F-1B17-486E-BAA3-E90FBAAD8E1A}" destId="{FFEF3C0A-3EAE-4DB4-8C97-FC571910A738}" srcOrd="0" destOrd="0" parTransId="{8ADDD72A-E55B-44AB-85AB-E75E45CD96FC}" sibTransId="{21F178FE-5DEA-49D9-8AC1-CFE3093C9AD4}"/>
    <dgm:cxn modelId="{AA876370-8584-4717-A1E3-D03D9901A2EE}" type="presOf" srcId="{2F04EE2A-0112-4DB1-B269-9489DAEEAC0A}" destId="{8BEE5A0E-A5DB-44F1-94AA-A6F85E1670F7}" srcOrd="0" destOrd="0" presId="urn:microsoft.com/office/officeart/2016/7/layout/VerticalSolidActionList"/>
    <dgm:cxn modelId="{DA677F74-1C75-4B5C-8F1F-0CB20A38CC91}" srcId="{ED614C56-243C-49A5-9059-F93AD6CAAD19}" destId="{E1CCEF5D-C952-4C07-AA70-11FF97CAEA34}" srcOrd="0" destOrd="0" parTransId="{F21B82DA-E051-4EBA-85C4-4170EBC8D478}" sibTransId="{33575078-C2F7-4577-A1CD-74F61BF55B50}"/>
    <dgm:cxn modelId="{8152C275-D76D-45C6-9C75-D71568EEC3EC}" type="presOf" srcId="{FFEF3C0A-3EAE-4DB4-8C97-FC571910A738}" destId="{32E00097-95F6-4F8B-B4F5-CF15E950F863}" srcOrd="0" destOrd="0" presId="urn:microsoft.com/office/officeart/2016/7/layout/VerticalSolidActionList"/>
    <dgm:cxn modelId="{C642CCA0-1DCE-4E12-AC02-5FC61E00A8A8}" type="presOf" srcId="{57197B4C-C773-4820-A75D-5087168038B0}" destId="{A20B9344-AF27-4372-8229-C6580F2DD144}" srcOrd="0" destOrd="0" presId="urn:microsoft.com/office/officeart/2016/7/layout/VerticalSolidActionList"/>
    <dgm:cxn modelId="{285D09A6-3E03-413F-B124-300B14E26686}" type="presOf" srcId="{77663C43-B41B-43A1-B7ED-D8CC2B3B56C7}" destId="{0F3C0A4B-5439-431B-A2E7-5F3D6FDC60F2}" srcOrd="0" destOrd="0" presId="urn:microsoft.com/office/officeart/2016/7/layout/VerticalSolidActionList"/>
    <dgm:cxn modelId="{ABDF55AA-2FBB-4227-97C8-274302C4A59F}" type="presOf" srcId="{ED614C56-243C-49A5-9059-F93AD6CAAD19}" destId="{9ECA5B20-9776-4825-BA0D-A0746ACB7963}" srcOrd="0" destOrd="0" presId="urn:microsoft.com/office/officeart/2016/7/layout/VerticalSolidActionList"/>
    <dgm:cxn modelId="{564CC8AA-26D1-45E0-B4B7-20771152199C}" type="presOf" srcId="{62A9809F-1B17-486E-BAA3-E90FBAAD8E1A}" destId="{9761C73E-CFB3-43AF-8D0A-C25EE16F988F}" srcOrd="0" destOrd="0" presId="urn:microsoft.com/office/officeart/2016/7/layout/VerticalSolidActionList"/>
    <dgm:cxn modelId="{BDFFF3C2-58D4-4418-AFB2-72E8E26F8B08}" srcId="{3AC6D114-BBBE-4498-8CF3-02A3C7FCA258}" destId="{E11F81D1-0103-4143-BDFA-A0692F0FA557}" srcOrd="1" destOrd="0" parTransId="{D2CD29C7-7F55-4772-8489-4FF1D726745B}" sibTransId="{32761866-231F-45FE-AEF7-81973F31CDED}"/>
    <dgm:cxn modelId="{5BA382D2-3AED-4FFC-A463-B7D7B3544026}" srcId="{3AC6D114-BBBE-4498-8CF3-02A3C7FCA258}" destId="{ED614C56-243C-49A5-9059-F93AD6CAAD19}" srcOrd="3" destOrd="0" parTransId="{E81E5DD9-3BF6-4B1D-A3A2-02C12795E052}" sibTransId="{067908ED-83D1-453E-8C72-46F94E05FC59}"/>
    <dgm:cxn modelId="{3FFC1BDD-291C-4BDD-9D47-11DEDD7F867F}" type="presOf" srcId="{FBEF4157-AEFC-4453-A78D-47C7448CDAA6}" destId="{212C5C0C-B6E2-4D19-A8FC-BCCDF0E86B48}" srcOrd="0" destOrd="0" presId="urn:microsoft.com/office/officeart/2016/7/layout/VerticalSolidActionList"/>
    <dgm:cxn modelId="{54DECEE5-F43B-4F34-BDE0-BC228BA6502D}" type="presOf" srcId="{E11F81D1-0103-4143-BDFA-A0692F0FA557}" destId="{73CFC1BA-495E-4611-887D-F20254A39208}" srcOrd="0" destOrd="0" presId="urn:microsoft.com/office/officeart/2016/7/layout/VerticalSolidActionList"/>
    <dgm:cxn modelId="{2D52C7E6-7A07-4AF3-BE57-E695460C5D6D}" type="presOf" srcId="{B163E69C-F800-4CCD-9032-94D7BF9CDCFA}" destId="{96B045D8-AF3F-4463-922B-B6CD2FB0A5DB}" srcOrd="0" destOrd="0" presId="urn:microsoft.com/office/officeart/2016/7/layout/VerticalSolidActionList"/>
    <dgm:cxn modelId="{C68AF2E8-7359-4C7B-BC0C-C0B95FB275CD}" srcId="{E11F81D1-0103-4143-BDFA-A0692F0FA557}" destId="{8CFDC3D2-8A3F-403E-B62E-80D09AC4F10A}" srcOrd="0" destOrd="0" parTransId="{35D56084-424A-4DCF-9F01-2B934DFDD206}" sibTransId="{7338961C-BB9F-48F7-8EBE-70CC4DAF60ED}"/>
    <dgm:cxn modelId="{20CDC0F8-F40C-4752-B803-FA1C7E52762B}" type="presOf" srcId="{8CFDC3D2-8A3F-403E-B62E-80D09AC4F10A}" destId="{3191D62E-84F7-4723-9692-71607A9F5C6F}" srcOrd="0" destOrd="0" presId="urn:microsoft.com/office/officeart/2016/7/layout/VerticalSolidActionList"/>
    <dgm:cxn modelId="{5749EEC1-CAF9-4340-A2D4-3217B18FF2D3}" type="presParOf" srcId="{B307A2AF-E1B1-4A0E-A2B3-D3F7CFC8B2CF}" destId="{F2CA9C7B-C007-442E-A3D3-49D1FB0DF879}" srcOrd="0" destOrd="0" presId="urn:microsoft.com/office/officeart/2016/7/layout/VerticalSolidActionList"/>
    <dgm:cxn modelId="{1C863462-71E7-4E06-A189-22B99E9E83B0}" type="presParOf" srcId="{F2CA9C7B-C007-442E-A3D3-49D1FB0DF879}" destId="{A20B9344-AF27-4372-8229-C6580F2DD144}" srcOrd="0" destOrd="0" presId="urn:microsoft.com/office/officeart/2016/7/layout/VerticalSolidActionList"/>
    <dgm:cxn modelId="{6816FE2D-0F68-4063-AEE9-039C8732B0A9}" type="presParOf" srcId="{F2CA9C7B-C007-442E-A3D3-49D1FB0DF879}" destId="{212C5C0C-B6E2-4D19-A8FC-BCCDF0E86B48}" srcOrd="1" destOrd="0" presId="urn:microsoft.com/office/officeart/2016/7/layout/VerticalSolidActionList"/>
    <dgm:cxn modelId="{120B2AC7-5E33-44C7-B9EC-0A12D0630EFC}" type="presParOf" srcId="{B307A2AF-E1B1-4A0E-A2B3-D3F7CFC8B2CF}" destId="{CB67FC75-9C3E-4026-B552-D9F3B4A1BBCE}" srcOrd="1" destOrd="0" presId="urn:microsoft.com/office/officeart/2016/7/layout/VerticalSolidActionList"/>
    <dgm:cxn modelId="{DAC2384A-412C-46CF-BA5A-D78F56328C84}" type="presParOf" srcId="{B307A2AF-E1B1-4A0E-A2B3-D3F7CFC8B2CF}" destId="{AD7F8091-9202-4E4E-AB82-6D9C8157DE10}" srcOrd="2" destOrd="0" presId="urn:microsoft.com/office/officeart/2016/7/layout/VerticalSolidActionList"/>
    <dgm:cxn modelId="{8792B642-3A44-4977-8DBA-99FDC19C5469}" type="presParOf" srcId="{AD7F8091-9202-4E4E-AB82-6D9C8157DE10}" destId="{73CFC1BA-495E-4611-887D-F20254A39208}" srcOrd="0" destOrd="0" presId="urn:microsoft.com/office/officeart/2016/7/layout/VerticalSolidActionList"/>
    <dgm:cxn modelId="{CF7B5160-7726-4D77-A02A-63B0F440A550}" type="presParOf" srcId="{AD7F8091-9202-4E4E-AB82-6D9C8157DE10}" destId="{3191D62E-84F7-4723-9692-71607A9F5C6F}" srcOrd="1" destOrd="0" presId="urn:microsoft.com/office/officeart/2016/7/layout/VerticalSolidActionList"/>
    <dgm:cxn modelId="{362F4FD5-2886-4A27-BCE9-345A92A406E8}" type="presParOf" srcId="{B307A2AF-E1B1-4A0E-A2B3-D3F7CFC8B2CF}" destId="{71C62A44-466E-41A5-B656-4AA10BD314ED}" srcOrd="3" destOrd="0" presId="urn:microsoft.com/office/officeart/2016/7/layout/VerticalSolidActionList"/>
    <dgm:cxn modelId="{9A2EC96D-57CB-4EF1-A14A-D661497750B4}" type="presParOf" srcId="{B307A2AF-E1B1-4A0E-A2B3-D3F7CFC8B2CF}" destId="{FFEB8BFE-CEA9-409F-A617-2EC9ED8E2563}" srcOrd="4" destOrd="0" presId="urn:microsoft.com/office/officeart/2016/7/layout/VerticalSolidActionList"/>
    <dgm:cxn modelId="{721E5776-85D4-4B91-98C6-512B4A790D84}" type="presParOf" srcId="{FFEB8BFE-CEA9-409F-A617-2EC9ED8E2563}" destId="{9761C73E-CFB3-43AF-8D0A-C25EE16F988F}" srcOrd="0" destOrd="0" presId="urn:microsoft.com/office/officeart/2016/7/layout/VerticalSolidActionList"/>
    <dgm:cxn modelId="{3F6224B2-88DA-4B05-9C9D-2AEFFBED8543}" type="presParOf" srcId="{FFEB8BFE-CEA9-409F-A617-2EC9ED8E2563}" destId="{32E00097-95F6-4F8B-B4F5-CF15E950F863}" srcOrd="1" destOrd="0" presId="urn:microsoft.com/office/officeart/2016/7/layout/VerticalSolidActionList"/>
    <dgm:cxn modelId="{45115956-331E-4113-A721-5CAADE502397}" type="presParOf" srcId="{B307A2AF-E1B1-4A0E-A2B3-D3F7CFC8B2CF}" destId="{C6EB9C1B-882A-4738-80F1-AA992DB4BD4A}" srcOrd="5" destOrd="0" presId="urn:microsoft.com/office/officeart/2016/7/layout/VerticalSolidActionList"/>
    <dgm:cxn modelId="{76C05F19-409C-4A89-92AA-7B43073F63F6}" type="presParOf" srcId="{B307A2AF-E1B1-4A0E-A2B3-D3F7CFC8B2CF}" destId="{EA72219A-D1D1-4F37-9092-D8C5A9942654}" srcOrd="6" destOrd="0" presId="urn:microsoft.com/office/officeart/2016/7/layout/VerticalSolidActionList"/>
    <dgm:cxn modelId="{8A83E795-E838-408A-9DE8-5D66B596861F}" type="presParOf" srcId="{EA72219A-D1D1-4F37-9092-D8C5A9942654}" destId="{9ECA5B20-9776-4825-BA0D-A0746ACB7963}" srcOrd="0" destOrd="0" presId="urn:microsoft.com/office/officeart/2016/7/layout/VerticalSolidActionList"/>
    <dgm:cxn modelId="{E6FDCA59-863B-4B33-BC36-72928A808551}" type="presParOf" srcId="{EA72219A-D1D1-4F37-9092-D8C5A9942654}" destId="{F2E7AE11-BBE8-4337-91F0-3C918C101851}" srcOrd="1" destOrd="0" presId="urn:microsoft.com/office/officeart/2016/7/layout/VerticalSolidActionList"/>
    <dgm:cxn modelId="{DD404462-9EB3-4152-8123-803BDCED933C}" type="presParOf" srcId="{B307A2AF-E1B1-4A0E-A2B3-D3F7CFC8B2CF}" destId="{EFECAC56-F99A-465C-B0F8-AE21EBD7954D}" srcOrd="7" destOrd="0" presId="urn:microsoft.com/office/officeart/2016/7/layout/VerticalSolidActionList"/>
    <dgm:cxn modelId="{76FF6080-D59B-4481-A8DF-949EC85881AD}" type="presParOf" srcId="{B307A2AF-E1B1-4A0E-A2B3-D3F7CFC8B2CF}" destId="{4A2F2E1C-4CE3-41B3-847F-A1BA8115784A}" srcOrd="8" destOrd="0" presId="urn:microsoft.com/office/officeart/2016/7/layout/VerticalSolidActionList"/>
    <dgm:cxn modelId="{909A51E4-FD0D-4878-8242-FF502E14BEF1}" type="presParOf" srcId="{4A2F2E1C-4CE3-41B3-847F-A1BA8115784A}" destId="{0F3C0A4B-5439-431B-A2E7-5F3D6FDC60F2}" srcOrd="0" destOrd="0" presId="urn:microsoft.com/office/officeart/2016/7/layout/VerticalSolidActionList"/>
    <dgm:cxn modelId="{F7CBB9B5-F3BC-4537-BE4D-E208635FA13C}" type="presParOf" srcId="{4A2F2E1C-4CE3-41B3-847F-A1BA8115784A}" destId="{B1426EAD-D24D-4FF5-8B00-6B55CF083661}" srcOrd="1" destOrd="0" presId="urn:microsoft.com/office/officeart/2016/7/layout/VerticalSolidActionList"/>
    <dgm:cxn modelId="{676F9C78-7625-4C4C-9246-A91589BFEA49}" type="presParOf" srcId="{B307A2AF-E1B1-4A0E-A2B3-D3F7CFC8B2CF}" destId="{F7536261-0C22-4AB9-96C4-C4FCC090E577}" srcOrd="9" destOrd="0" presId="urn:microsoft.com/office/officeart/2016/7/layout/VerticalSolidActionList"/>
    <dgm:cxn modelId="{3A79F275-EB99-4387-913D-33D35A43AA9C}" type="presParOf" srcId="{B307A2AF-E1B1-4A0E-A2B3-D3F7CFC8B2CF}" destId="{DEC77C2B-8CA0-435B-9EDA-D2F8EB846675}" srcOrd="10" destOrd="0" presId="urn:microsoft.com/office/officeart/2016/7/layout/VerticalSolidActionList"/>
    <dgm:cxn modelId="{411A45E4-6122-4642-922F-C8D3DC745033}" type="presParOf" srcId="{DEC77C2B-8CA0-435B-9EDA-D2F8EB846675}" destId="{8BEE5A0E-A5DB-44F1-94AA-A6F85E1670F7}" srcOrd="0" destOrd="0" presId="urn:microsoft.com/office/officeart/2016/7/layout/VerticalSolidActionList"/>
    <dgm:cxn modelId="{98EF2BAD-F54E-41AF-A10C-8B28D426B0BC}" type="presParOf" srcId="{DEC77C2B-8CA0-435B-9EDA-D2F8EB846675}" destId="{96B045D8-AF3F-4463-922B-B6CD2FB0A5D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A6C294-B86C-4C70-993B-F113340592E4}">
      <dsp:nvSpPr>
        <dsp:cNvPr id="0" name=""/>
        <dsp:cNvSpPr/>
      </dsp:nvSpPr>
      <dsp:spPr>
        <a:xfrm>
          <a:off x="5029" y="903464"/>
          <a:ext cx="1210781" cy="12107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94B4A-F443-4729-B225-36397839EFB2}">
      <dsp:nvSpPr>
        <dsp:cNvPr id="0" name=""/>
        <dsp:cNvSpPr/>
      </dsp:nvSpPr>
      <dsp:spPr>
        <a:xfrm>
          <a:off x="5029" y="2246392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Raw insurance data scattered in CSV files on S3.</a:t>
          </a:r>
        </a:p>
      </dsp:txBody>
      <dsp:txXfrm>
        <a:off x="5029" y="2246392"/>
        <a:ext cx="3459374" cy="518906"/>
      </dsp:txXfrm>
    </dsp:sp>
    <dsp:sp modelId="{6F0EB1D0-5CB7-4C03-8B89-BB70C47DEB42}">
      <dsp:nvSpPr>
        <dsp:cNvPr id="0" name=""/>
        <dsp:cNvSpPr/>
      </dsp:nvSpPr>
      <dsp:spPr>
        <a:xfrm>
          <a:off x="5029" y="2826762"/>
          <a:ext cx="3459374" cy="114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89741D-7327-46B1-8018-22CD43CD7CB3}">
      <dsp:nvSpPr>
        <dsp:cNvPr id="0" name=""/>
        <dsp:cNvSpPr/>
      </dsp:nvSpPr>
      <dsp:spPr>
        <a:xfrm>
          <a:off x="4069795" y="903464"/>
          <a:ext cx="1210781" cy="12107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A9A7C-9CF3-4AD7-B09D-697A30DC9CB1}">
      <dsp:nvSpPr>
        <dsp:cNvPr id="0" name=""/>
        <dsp:cNvSpPr/>
      </dsp:nvSpPr>
      <dsp:spPr>
        <a:xfrm>
          <a:off x="4069795" y="2246392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Manual analysis, no single source of truth.</a:t>
          </a:r>
        </a:p>
      </dsp:txBody>
      <dsp:txXfrm>
        <a:off x="4069795" y="2246392"/>
        <a:ext cx="3459374" cy="518906"/>
      </dsp:txXfrm>
    </dsp:sp>
    <dsp:sp modelId="{B00E5C0A-8320-4042-B891-F66673932655}">
      <dsp:nvSpPr>
        <dsp:cNvPr id="0" name=""/>
        <dsp:cNvSpPr/>
      </dsp:nvSpPr>
      <dsp:spPr>
        <a:xfrm>
          <a:off x="4069795" y="2826762"/>
          <a:ext cx="3459374" cy="114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252E4A-3C31-4819-8A6E-B8A868C882AC}">
      <dsp:nvSpPr>
        <dsp:cNvPr id="0" name=""/>
        <dsp:cNvSpPr/>
      </dsp:nvSpPr>
      <dsp:spPr>
        <a:xfrm>
          <a:off x="8134560" y="903464"/>
          <a:ext cx="1210781" cy="12107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DA4E8-F303-4D15-A559-2B8A38DE6310}">
      <dsp:nvSpPr>
        <dsp:cNvPr id="0" name=""/>
        <dsp:cNvSpPr/>
      </dsp:nvSpPr>
      <dsp:spPr>
        <a:xfrm>
          <a:off x="8134560" y="2246392"/>
          <a:ext cx="3459374" cy="518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Difficult to answer key questions:</a:t>
          </a:r>
        </a:p>
      </dsp:txBody>
      <dsp:txXfrm>
        <a:off x="8134560" y="2246392"/>
        <a:ext cx="3459374" cy="518906"/>
      </dsp:txXfrm>
    </dsp:sp>
    <dsp:sp modelId="{DC9A2D78-415C-4C1C-8B23-3A214EE60BFC}">
      <dsp:nvSpPr>
        <dsp:cNvPr id="0" name=""/>
        <dsp:cNvSpPr/>
      </dsp:nvSpPr>
      <dsp:spPr>
        <a:xfrm>
          <a:off x="8134560" y="2826762"/>
          <a:ext cx="3459374" cy="1149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Which diseases drive the most claims and cost?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Which groups/subgroups and hospitals are most utilized?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How many claims are rejected and why?</a:t>
          </a:r>
        </a:p>
      </dsp:txBody>
      <dsp:txXfrm>
        <a:off x="8134560" y="2826762"/>
        <a:ext cx="3459374" cy="11498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D159F-D3DC-4DD5-8E7F-D349F1DB4EAC}">
      <dsp:nvSpPr>
        <dsp:cNvPr id="0" name=""/>
        <dsp:cNvSpPr/>
      </dsp:nvSpPr>
      <dsp:spPr>
        <a:xfrm>
          <a:off x="8634" y="870267"/>
          <a:ext cx="2013350" cy="6040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Build</a:t>
          </a:r>
        </a:p>
      </dsp:txBody>
      <dsp:txXfrm>
        <a:off x="8634" y="870267"/>
        <a:ext cx="2013350" cy="604005"/>
      </dsp:txXfrm>
    </dsp:sp>
    <dsp:sp modelId="{6005BD28-5BAE-4E66-9B74-E5AA5F30861F}">
      <dsp:nvSpPr>
        <dsp:cNvPr id="0" name=""/>
        <dsp:cNvSpPr/>
      </dsp:nvSpPr>
      <dsp:spPr>
        <a:xfrm>
          <a:off x="8634" y="1474272"/>
          <a:ext cx="2013350" cy="200679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 an end‑to‑end cloud data pipeline for insurance claims analytics.</a:t>
          </a:r>
        </a:p>
      </dsp:txBody>
      <dsp:txXfrm>
        <a:off x="8634" y="1474272"/>
        <a:ext cx="2013350" cy="2006797"/>
      </dsp:txXfrm>
    </dsp:sp>
    <dsp:sp modelId="{277DF4B8-A8EC-46E1-A7DC-9634BF260851}">
      <dsp:nvSpPr>
        <dsp:cNvPr id="0" name=""/>
        <dsp:cNvSpPr/>
      </dsp:nvSpPr>
      <dsp:spPr>
        <a:xfrm>
          <a:off x="2129879" y="870267"/>
          <a:ext cx="2013350" cy="604005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Standardize</a:t>
          </a:r>
        </a:p>
      </dsp:txBody>
      <dsp:txXfrm>
        <a:off x="2129879" y="870267"/>
        <a:ext cx="2013350" cy="604005"/>
      </dsp:txXfrm>
    </dsp:sp>
    <dsp:sp modelId="{CC62F7D7-EBDB-4235-ABE9-BE6DF93A6682}">
      <dsp:nvSpPr>
        <dsp:cNvPr id="0" name=""/>
        <dsp:cNvSpPr/>
      </dsp:nvSpPr>
      <dsp:spPr>
        <a:xfrm>
          <a:off x="2129879" y="1474272"/>
          <a:ext cx="2013350" cy="2006797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Standardize data into a star schema (fact + dimensions).</a:t>
          </a:r>
        </a:p>
      </dsp:txBody>
      <dsp:txXfrm>
        <a:off x="2129879" y="1474272"/>
        <a:ext cx="2013350" cy="2006797"/>
      </dsp:txXfrm>
    </dsp:sp>
    <dsp:sp modelId="{99034C81-3B1F-4E48-8DEB-B20E06A160C6}">
      <dsp:nvSpPr>
        <dsp:cNvPr id="0" name=""/>
        <dsp:cNvSpPr/>
      </dsp:nvSpPr>
      <dsp:spPr>
        <a:xfrm>
          <a:off x="4251124" y="870267"/>
          <a:ext cx="2013350" cy="604005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Validate</a:t>
          </a:r>
        </a:p>
      </dsp:txBody>
      <dsp:txXfrm>
        <a:off x="4251124" y="870267"/>
        <a:ext cx="2013350" cy="604005"/>
      </dsp:txXfrm>
    </dsp:sp>
    <dsp:sp modelId="{7DA7ED5D-7B31-4F8B-886E-19FA3E01754E}">
      <dsp:nvSpPr>
        <dsp:cNvPr id="0" name=""/>
        <dsp:cNvSpPr/>
      </dsp:nvSpPr>
      <dsp:spPr>
        <a:xfrm>
          <a:off x="4251124" y="1474272"/>
          <a:ext cx="2013350" cy="2006797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Validate gold data via Athena.</a:t>
          </a:r>
        </a:p>
      </dsp:txBody>
      <dsp:txXfrm>
        <a:off x="4251124" y="1474272"/>
        <a:ext cx="2013350" cy="2006797"/>
      </dsp:txXfrm>
    </dsp:sp>
    <dsp:sp modelId="{05761C44-7D73-4EEA-80BB-698505651B93}">
      <dsp:nvSpPr>
        <dsp:cNvPr id="0" name=""/>
        <dsp:cNvSpPr/>
      </dsp:nvSpPr>
      <dsp:spPr>
        <a:xfrm>
          <a:off x="6372369" y="870267"/>
          <a:ext cx="2013350" cy="604005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Load</a:t>
          </a:r>
        </a:p>
      </dsp:txBody>
      <dsp:txXfrm>
        <a:off x="6372369" y="870267"/>
        <a:ext cx="2013350" cy="604005"/>
      </dsp:txXfrm>
    </dsp:sp>
    <dsp:sp modelId="{4691755E-95CC-4DBC-81C8-A40B8CC1E2D6}">
      <dsp:nvSpPr>
        <dsp:cNvPr id="0" name=""/>
        <dsp:cNvSpPr/>
      </dsp:nvSpPr>
      <dsp:spPr>
        <a:xfrm>
          <a:off x="6372369" y="1474272"/>
          <a:ext cx="2013350" cy="2006797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Load curated data into Redshift.</a:t>
          </a:r>
        </a:p>
      </dsp:txBody>
      <dsp:txXfrm>
        <a:off x="6372369" y="1474272"/>
        <a:ext cx="2013350" cy="2006797"/>
      </dsp:txXfrm>
    </dsp:sp>
    <dsp:sp modelId="{93C1D190-736C-49D9-A772-390EFF67A5FA}">
      <dsp:nvSpPr>
        <dsp:cNvPr id="0" name=""/>
        <dsp:cNvSpPr/>
      </dsp:nvSpPr>
      <dsp:spPr>
        <a:xfrm>
          <a:off x="8493615" y="870267"/>
          <a:ext cx="2013350" cy="60400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9099" tIns="159099" rIns="159099" bIns="159099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Deliver</a:t>
          </a:r>
        </a:p>
      </dsp:txBody>
      <dsp:txXfrm>
        <a:off x="8493615" y="870267"/>
        <a:ext cx="2013350" cy="604005"/>
      </dsp:txXfrm>
    </dsp:sp>
    <dsp:sp modelId="{C9F1607E-523A-4EFE-B785-8545D1DCCA3B}">
      <dsp:nvSpPr>
        <dsp:cNvPr id="0" name=""/>
        <dsp:cNvSpPr/>
      </dsp:nvSpPr>
      <dsp:spPr>
        <a:xfrm>
          <a:off x="8493615" y="1474272"/>
          <a:ext cx="2013350" cy="200679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4" tIns="198874" rIns="198874" bIns="198874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Deliver output tables for key business questions (disease, age, profitability, utilization, rejections, etc.).</a:t>
          </a:r>
        </a:p>
      </dsp:txBody>
      <dsp:txXfrm>
        <a:off x="8493615" y="1474272"/>
        <a:ext cx="2013350" cy="20067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7C01E-56AA-4568-93C5-78F041C0300E}">
      <dsp:nvSpPr>
        <dsp:cNvPr id="0" name=""/>
        <dsp:cNvSpPr/>
      </dsp:nvSpPr>
      <dsp:spPr>
        <a:xfrm rot="5400000">
          <a:off x="6816183" y="-294504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AWS S3 – raw (Bronze), cleaned (Silver), and modeled (Gold) datasets</a:t>
          </a:r>
        </a:p>
      </dsp:txBody>
      <dsp:txXfrm rot="-5400000">
        <a:off x="3785615" y="118169"/>
        <a:ext cx="6697334" cy="603548"/>
      </dsp:txXfrm>
    </dsp:sp>
    <dsp:sp modelId="{0163193B-3603-40B6-A2CC-3D94AD27FE20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Cloud &amp; Storage</a:t>
          </a:r>
        </a:p>
      </dsp:txBody>
      <dsp:txXfrm>
        <a:off x="40813" y="42725"/>
        <a:ext cx="3703990" cy="754434"/>
      </dsp:txXfrm>
    </dsp:sp>
    <dsp:sp modelId="{196A39E3-0A0A-4115-8EE1-9F8BF7D356F7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PySpark – ETL/ELT transformations, joins, type casting, star‑schema creation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Python – orchestration scripts and data preparation</a:t>
          </a:r>
        </a:p>
      </dsp:txBody>
      <dsp:txXfrm rot="-5400000">
        <a:off x="3785615" y="996032"/>
        <a:ext cx="6697334" cy="603548"/>
      </dsp:txXfrm>
    </dsp:sp>
    <dsp:sp modelId="{C10E78DD-2EE7-4EEC-8F2C-21E90858E38E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Processing</a:t>
          </a:r>
        </a:p>
      </dsp:txBody>
      <dsp:txXfrm>
        <a:off x="40813" y="920588"/>
        <a:ext cx="3703990" cy="754434"/>
      </dsp:txXfrm>
    </dsp:sp>
    <dsp:sp modelId="{9C04AB61-2BB1-443D-BBE3-8CB12125CA32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AWS Glue Data Catalog – table/metadata definitions for Athena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Amazon Athena – external tables and ad‑hoc SQL validation on Gold Parquet</a:t>
          </a:r>
        </a:p>
      </dsp:txBody>
      <dsp:txXfrm rot="-5400000">
        <a:off x="3785615" y="1873895"/>
        <a:ext cx="6697334" cy="603548"/>
      </dsp:txXfrm>
    </dsp:sp>
    <dsp:sp modelId="{CAED3A18-4AA8-452C-90E9-91A6DDBC63C5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Query &amp; Metadata Layer</a:t>
          </a:r>
        </a:p>
      </dsp:txBody>
      <dsp:txXfrm>
        <a:off x="40813" y="1798451"/>
        <a:ext cx="3703990" cy="754434"/>
      </dsp:txXfrm>
    </dsp:sp>
    <dsp:sp modelId="{E56F8DE0-6C4E-4197-808E-A1C28806E645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Amazon Redshift – project_model (fact/dim tables) and project_output (use‑case tables)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Redshift Spectrum / COPY with FORMAT AS PARQUET for loading from S3</a:t>
          </a:r>
        </a:p>
      </dsp:txBody>
      <dsp:txXfrm rot="-5400000">
        <a:off x="3785615" y="2751759"/>
        <a:ext cx="6697334" cy="603548"/>
      </dsp:txXfrm>
    </dsp:sp>
    <dsp:sp modelId="{1DBA2623-0FB5-48E4-A9A7-543383D07EC7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 Warehouse</a:t>
          </a:r>
        </a:p>
      </dsp:txBody>
      <dsp:txXfrm>
        <a:off x="40813" y="2676315"/>
        <a:ext cx="3703990" cy="754434"/>
      </dsp:txXfrm>
    </dsp:sp>
    <dsp:sp modelId="{4E84CFA9-4D03-4D25-8511-02A67E6476B7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PyCharm / local IDE – PySpark development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SQL clients / Redshift query editor – DDL, CTAS, and analytical queries</a:t>
          </a:r>
        </a:p>
      </dsp:txBody>
      <dsp:txXfrm rot="-5400000">
        <a:off x="3785615" y="3629621"/>
        <a:ext cx="6697334" cy="603548"/>
      </dsp:txXfrm>
    </dsp:sp>
    <dsp:sp modelId="{5921ECE8-1C98-40C5-98E1-5AF566895883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Development &amp; Tools</a:t>
          </a:r>
        </a:p>
      </dsp:txBody>
      <dsp:txXfrm>
        <a:off x="40813" y="3554178"/>
        <a:ext cx="3703990" cy="7544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64FA4-1580-434A-BF2F-50A8FEEA535D}">
      <dsp:nvSpPr>
        <dsp:cNvPr id="0" name=""/>
        <dsp:cNvSpPr/>
      </dsp:nvSpPr>
      <dsp:spPr>
        <a:xfrm>
          <a:off x="3364992" y="1195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Patients (demographics, birth date, city)</a:t>
          </a:r>
        </a:p>
      </dsp:txBody>
      <dsp:txXfrm>
        <a:off x="3398960" y="35163"/>
        <a:ext cx="3717680" cy="627895"/>
      </dsp:txXfrm>
    </dsp:sp>
    <dsp:sp modelId="{F5C41DB9-FFE4-4B7D-936B-0E9A03A92EA3}">
      <dsp:nvSpPr>
        <dsp:cNvPr id="0" name=""/>
        <dsp:cNvSpPr/>
      </dsp:nvSpPr>
      <dsp:spPr>
        <a:xfrm>
          <a:off x="3364992" y="731818"/>
          <a:ext cx="3785616" cy="69583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Subscribers (policy details, subgroup, eligibility)</a:t>
          </a:r>
        </a:p>
      </dsp:txBody>
      <dsp:txXfrm>
        <a:off x="3398960" y="765786"/>
        <a:ext cx="3717680" cy="627895"/>
      </dsp:txXfrm>
    </dsp:sp>
    <dsp:sp modelId="{5B61C448-09A7-47AF-8DB0-7E8D83B5C5FB}">
      <dsp:nvSpPr>
        <dsp:cNvPr id="0" name=""/>
        <dsp:cNvSpPr/>
      </dsp:nvSpPr>
      <dsp:spPr>
        <a:xfrm>
          <a:off x="3364992" y="1462441"/>
          <a:ext cx="3785616" cy="69583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Disease (disease ID/name, subgroup mapping)</a:t>
          </a:r>
        </a:p>
      </dsp:txBody>
      <dsp:txXfrm>
        <a:off x="3398960" y="1496409"/>
        <a:ext cx="3717680" cy="627895"/>
      </dsp:txXfrm>
    </dsp:sp>
    <dsp:sp modelId="{A4AC974E-F1B1-4CA8-B1A1-D0BE65C3B978}">
      <dsp:nvSpPr>
        <dsp:cNvPr id="0" name=""/>
        <dsp:cNvSpPr/>
      </dsp:nvSpPr>
      <dsp:spPr>
        <a:xfrm>
          <a:off x="3364992" y="2193064"/>
          <a:ext cx="3785616" cy="69583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Groups &amp; Subgroups (policy groups, premiums)</a:t>
          </a:r>
        </a:p>
      </dsp:txBody>
      <dsp:txXfrm>
        <a:off x="3398960" y="2227032"/>
        <a:ext cx="3717680" cy="627895"/>
      </dsp:txXfrm>
    </dsp:sp>
    <dsp:sp modelId="{EA3442F2-AFC4-4ADA-92AF-41E222A52F26}">
      <dsp:nvSpPr>
        <dsp:cNvPr id="0" name=""/>
        <dsp:cNvSpPr/>
      </dsp:nvSpPr>
      <dsp:spPr>
        <a:xfrm>
          <a:off x="3364992" y="2923688"/>
          <a:ext cx="3785616" cy="69583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Hospitals (hospital metadata)</a:t>
          </a:r>
        </a:p>
      </dsp:txBody>
      <dsp:txXfrm>
        <a:off x="3398960" y="2957656"/>
        <a:ext cx="3717680" cy="627895"/>
      </dsp:txXfrm>
    </dsp:sp>
    <dsp:sp modelId="{4B975124-92BE-4CDC-A04B-D6D438D37C5C}">
      <dsp:nvSpPr>
        <dsp:cNvPr id="0" name=""/>
        <dsp:cNvSpPr/>
      </dsp:nvSpPr>
      <dsp:spPr>
        <a:xfrm>
          <a:off x="3364992" y="3654311"/>
          <a:ext cx="3785616" cy="6958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Claims (claim type, amount, status, dates)</a:t>
          </a:r>
        </a:p>
      </dsp:txBody>
      <dsp:txXfrm>
        <a:off x="3398960" y="3688279"/>
        <a:ext cx="3717680" cy="6278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C5C0C-B6E2-4D19-A8FC-BCCDF0E86B48}">
      <dsp:nvSpPr>
        <dsp:cNvPr id="0" name=""/>
        <dsp:cNvSpPr/>
      </dsp:nvSpPr>
      <dsp:spPr>
        <a:xfrm>
          <a:off x="2243545" y="623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CSVs → S3 Bronze.</a:t>
          </a:r>
        </a:p>
      </dsp:txBody>
      <dsp:txXfrm>
        <a:off x="2243545" y="623"/>
        <a:ext cx="8974182" cy="810111"/>
      </dsp:txXfrm>
    </dsp:sp>
    <dsp:sp modelId="{A20B9344-AF27-4372-8229-C6580F2DD144}">
      <dsp:nvSpPr>
        <dsp:cNvPr id="0" name=""/>
        <dsp:cNvSpPr/>
      </dsp:nvSpPr>
      <dsp:spPr>
        <a:xfrm>
          <a:off x="0" y="623"/>
          <a:ext cx="2243545" cy="81011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Raw Data Upload</a:t>
          </a:r>
        </a:p>
      </dsp:txBody>
      <dsp:txXfrm>
        <a:off x="0" y="623"/>
        <a:ext cx="2243545" cy="810111"/>
      </dsp:txXfrm>
    </dsp:sp>
    <dsp:sp modelId="{3191D62E-84F7-4723-9692-71607A9F5C6F}">
      <dsp:nvSpPr>
        <dsp:cNvPr id="0" name=""/>
        <dsp:cNvSpPr/>
      </dsp:nvSpPr>
      <dsp:spPr>
        <a:xfrm>
          <a:off x="2243545" y="859340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-2388933"/>
            <a:satOff val="533"/>
            <a:lumOff val="8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2388933"/>
              <a:satOff val="533"/>
              <a:lumOff val="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Read from Bronze → clean &amp; cast → write Parquet to Silver.</a:t>
          </a:r>
        </a:p>
      </dsp:txBody>
      <dsp:txXfrm>
        <a:off x="2243545" y="859340"/>
        <a:ext cx="8974182" cy="810111"/>
      </dsp:txXfrm>
    </dsp:sp>
    <dsp:sp modelId="{73CFC1BA-495E-4611-887D-F20254A39208}">
      <dsp:nvSpPr>
        <dsp:cNvPr id="0" name=""/>
        <dsp:cNvSpPr/>
      </dsp:nvSpPr>
      <dsp:spPr>
        <a:xfrm>
          <a:off x="0" y="859340"/>
          <a:ext cx="2243545" cy="810111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Silver Transformation (PySpark)</a:t>
          </a:r>
        </a:p>
      </dsp:txBody>
      <dsp:txXfrm>
        <a:off x="0" y="859340"/>
        <a:ext cx="2243545" cy="810111"/>
      </dsp:txXfrm>
    </dsp:sp>
    <dsp:sp modelId="{32E00097-95F6-4F8B-B4F5-CF15E950F863}">
      <dsp:nvSpPr>
        <dsp:cNvPr id="0" name=""/>
        <dsp:cNvSpPr/>
      </dsp:nvSpPr>
      <dsp:spPr>
        <a:xfrm>
          <a:off x="2243545" y="1718058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-4777866"/>
            <a:satOff val="1067"/>
            <a:lumOff val="16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4777866"/>
              <a:satOff val="1067"/>
              <a:lumOff val="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Join silver tables → build fact_claims &amp; dims → write Parquet to Gold.</a:t>
          </a:r>
        </a:p>
      </dsp:txBody>
      <dsp:txXfrm>
        <a:off x="2243545" y="1718058"/>
        <a:ext cx="8974182" cy="810111"/>
      </dsp:txXfrm>
    </dsp:sp>
    <dsp:sp modelId="{9761C73E-CFB3-43AF-8D0A-C25EE16F988F}">
      <dsp:nvSpPr>
        <dsp:cNvPr id="0" name=""/>
        <dsp:cNvSpPr/>
      </dsp:nvSpPr>
      <dsp:spPr>
        <a:xfrm>
          <a:off x="0" y="1718058"/>
          <a:ext cx="2243545" cy="810111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Gold Modeling (PySpark)</a:t>
          </a:r>
        </a:p>
      </dsp:txBody>
      <dsp:txXfrm>
        <a:off x="0" y="1718058"/>
        <a:ext cx="2243545" cy="810111"/>
      </dsp:txXfrm>
    </dsp:sp>
    <dsp:sp modelId="{F2E7AE11-BBE8-4337-91F0-3C918C101851}">
      <dsp:nvSpPr>
        <dsp:cNvPr id="0" name=""/>
        <dsp:cNvSpPr/>
      </dsp:nvSpPr>
      <dsp:spPr>
        <a:xfrm>
          <a:off x="2243545" y="2576776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-7166800"/>
            <a:satOff val="1600"/>
            <a:lumOff val="24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7166800"/>
              <a:satOff val="1600"/>
              <a:lumOff val="2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external tables → run SELECT * LIMIT 10 checks.</a:t>
          </a:r>
        </a:p>
      </dsp:txBody>
      <dsp:txXfrm>
        <a:off x="2243545" y="2576776"/>
        <a:ext cx="8974182" cy="810111"/>
      </dsp:txXfrm>
    </dsp:sp>
    <dsp:sp modelId="{9ECA5B20-9776-4825-BA0D-A0746ACB7963}">
      <dsp:nvSpPr>
        <dsp:cNvPr id="0" name=""/>
        <dsp:cNvSpPr/>
      </dsp:nvSpPr>
      <dsp:spPr>
        <a:xfrm>
          <a:off x="0" y="2576776"/>
          <a:ext cx="2243545" cy="810111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Athena Validation</a:t>
          </a:r>
        </a:p>
      </dsp:txBody>
      <dsp:txXfrm>
        <a:off x="0" y="2576776"/>
        <a:ext cx="2243545" cy="810111"/>
      </dsp:txXfrm>
    </dsp:sp>
    <dsp:sp modelId="{B1426EAD-D24D-4FF5-8B00-6B55CF083661}">
      <dsp:nvSpPr>
        <dsp:cNvPr id="0" name=""/>
        <dsp:cNvSpPr/>
      </dsp:nvSpPr>
      <dsp:spPr>
        <a:xfrm>
          <a:off x="2243545" y="3435494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-9555732"/>
            <a:satOff val="2134"/>
            <a:lumOff val="32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9555732"/>
              <a:satOff val="2134"/>
              <a:lumOff val="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 project_model schema → create tables → COPY ... FORMAT AS PARQUET.</a:t>
          </a:r>
        </a:p>
      </dsp:txBody>
      <dsp:txXfrm>
        <a:off x="2243545" y="3435494"/>
        <a:ext cx="8974182" cy="810111"/>
      </dsp:txXfrm>
    </dsp:sp>
    <dsp:sp modelId="{0F3C0A4B-5439-431B-A2E7-5F3D6FDC60F2}">
      <dsp:nvSpPr>
        <dsp:cNvPr id="0" name=""/>
        <dsp:cNvSpPr/>
      </dsp:nvSpPr>
      <dsp:spPr>
        <a:xfrm>
          <a:off x="0" y="3435494"/>
          <a:ext cx="2243545" cy="810111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Redshift Load</a:t>
          </a:r>
        </a:p>
      </dsp:txBody>
      <dsp:txXfrm>
        <a:off x="0" y="3435494"/>
        <a:ext cx="2243545" cy="810111"/>
      </dsp:txXfrm>
    </dsp:sp>
    <dsp:sp modelId="{96B045D8-AF3F-4463-922B-B6CD2FB0A5DB}">
      <dsp:nvSpPr>
        <dsp:cNvPr id="0" name=""/>
        <dsp:cNvSpPr/>
      </dsp:nvSpPr>
      <dsp:spPr>
        <a:xfrm>
          <a:off x="2243545" y="4294211"/>
          <a:ext cx="8974182" cy="810111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24" tIns="205768" rIns="174124" bIns="205768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TABLE project_output.... AS SELECT ... for each requirement.</a:t>
          </a:r>
        </a:p>
      </dsp:txBody>
      <dsp:txXfrm>
        <a:off x="2243545" y="4294211"/>
        <a:ext cx="8974182" cy="810111"/>
      </dsp:txXfrm>
    </dsp:sp>
    <dsp:sp modelId="{8BEE5A0E-A5DB-44F1-94AA-A6F85E1670F7}">
      <dsp:nvSpPr>
        <dsp:cNvPr id="0" name=""/>
        <dsp:cNvSpPr/>
      </dsp:nvSpPr>
      <dsp:spPr>
        <a:xfrm>
          <a:off x="0" y="4294211"/>
          <a:ext cx="2243545" cy="810111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721" tIns="80021" rIns="118721" bIns="80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Analytics Outputs</a:t>
          </a:r>
        </a:p>
      </dsp:txBody>
      <dsp:txXfrm>
        <a:off x="0" y="4294211"/>
        <a:ext cx="2243545" cy="8101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CB34-0AE3-ADAA-6896-0E8881FD3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88E53-1190-83FE-B4D7-A2297BC7A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251E-0CA0-FDB1-27FC-6F1A53998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70565-0C05-6B0B-EA32-EEA546B53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1AB37-333E-DF29-8FFD-D8C9840E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9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D8415-97EC-88FA-1805-C47655F7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F84D-4146-B3C5-A15A-4462CAA5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2DBC8-13EA-3451-C3B7-081D1AF76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1655D-E6EE-1B89-14FF-CBE7EDE6C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94CBD-B348-0CDA-6648-A85DCD3F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47BD7-B592-70DA-152C-37CF17E24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A50F7-3176-0560-A012-DA6E40FA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7F975-95FC-EF5D-6AB6-80B938AD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1245D-9A3C-62D9-95B9-2C27F011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91950-031E-F7A5-1E1A-29B74F9A7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6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D232-702A-7E96-FAC2-318A2943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80006-0754-5C39-0538-A9F6FA04B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50DA0-96F8-CD07-EBE6-3B404674D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261C4-375F-0DAA-C774-E6EACFE20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B819E-F40E-40A9-CB2F-6FE807AA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FE844-4D48-2ADB-9071-C2623659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0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B1BE-EEF9-3EDB-2B03-61EC5E016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BA69F-C65D-23DD-3F61-99E489FA7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2FB27-362A-FE72-6D3E-DBBA1441E9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0D2E4-85C1-612A-3C2A-A71308593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84B8C4-D0B3-7759-243E-A75816E97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739BC7-F368-0520-76E8-E75B3E878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3042D7-AF47-90DD-A102-49545F0AB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A8989-F578-90E1-96A1-93BADD6C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5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4C28-5B86-B95A-A219-A3C00F89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8B5AF-D1B9-A166-3C52-91F39820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684F9-BCB8-EFBD-222E-73BA780DB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627CA-4E0B-AC0F-C75B-BCC1551D2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5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89FAE1-9890-6E4D-9FE0-C9F35EB5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3B22D9-FF14-26DA-90D0-8C09741F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60818-9363-F2F3-1295-5D8F585A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1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418D9-D3AA-79DF-1984-E330088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4D62D-00A4-E4E3-ED72-1994716C6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97A15-8665-7D4B-F947-928097000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C7DC6-3D1C-D50E-884B-6900CC92D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0EA94-8271-48BF-D492-EA90388B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82211-5A6E-2EF5-5A78-8229298F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2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3D832-BB3E-ADB8-FED1-1363CEBA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5A48E-09EB-689E-E3AD-FDF15CC53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9995C-6D71-962E-E501-9B58C2434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4CA6D-F8EC-A0C3-F70A-E35CEF4EC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AB5BE-A1E1-8ADA-E5BB-39260DA6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ED5D07-CEE1-C750-82F5-F7032C96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48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76B5E-3C1F-7B33-3D84-41D7E68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D98A7-4AB3-F7D2-BFA9-567281FBB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FED47-7468-5677-5CAF-AB631ABD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A649-8148-927C-A500-35BB1025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6F3A4-E22B-CB03-D607-CDDDCEA5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6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E72544-FF6F-1519-5563-255C63A2C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3B3AD-7EF8-096A-7F9F-49736C7E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37AF6-6CD8-6A61-E547-56A4D14C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5A985-7F91-84A6-1FCA-D5F354FC5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D3D06-B6C9-2794-1BCF-D54A20F4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2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CA987B-FE4A-2D4C-C8A6-AFC713CC2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DF078-6267-1ABC-9499-363343B9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BAAF1-7BC8-8AB9-9B86-DC8ABC28D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F782D-4C33-4DF7-A04D-D82F39666BE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C6D84-F843-42E6-49CC-341E213B8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565AC-30C1-4791-85D8-4F5BAD06D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E2732-56F1-451A-8CE3-85EBB2A4C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97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DFC423-973A-3F97-0986-CBB564A9D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Capstone Project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0F1CF-13D6-FBCF-9C29-E52A3A6FB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800" dirty="0"/>
              <a:t>Insurance Claims Analytics – End‑to‑End Data</a:t>
            </a:r>
          </a:p>
          <a:p>
            <a:r>
              <a:rPr lang="en-US" sz="2800" dirty="0"/>
              <a:t> Engineering Pipeline</a:t>
            </a:r>
          </a:p>
          <a:p>
            <a:pPr algn="l"/>
            <a:r>
              <a:rPr lang="en-US" dirty="0"/>
              <a:t>					                          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/>
              <a:t>						Sarita Subedi</a:t>
            </a:r>
          </a:p>
          <a:p>
            <a:pPr algn="l"/>
            <a:r>
              <a:rPr lang="en-US" dirty="0"/>
              <a:t>					Subedi.sarita2021@gmail.com</a:t>
            </a:r>
          </a:p>
        </p:txBody>
      </p:sp>
    </p:spTree>
    <p:extLst>
      <p:ext uri="{BB962C8B-B14F-4D97-AF65-F5344CB8AC3E}">
        <p14:creationId xmlns:p14="http://schemas.microsoft.com/office/powerpoint/2010/main" val="84655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68FC2-1EEB-0EC1-F4C3-1E873842B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F5491E-2751-0DD0-0342-7D03238FF1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016773"/>
              </p:ext>
            </p:extLst>
          </p:nvPr>
        </p:nvGraphicFramePr>
        <p:xfrm>
          <a:off x="327991" y="1719471"/>
          <a:ext cx="11598965" cy="4880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6542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7C4D39-1657-4D56-2405-E17895B2F0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9826" b="51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812710-EA88-D96D-FBDA-5B4C675E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Objectives &amp; Requirements</a:t>
            </a:r>
            <a:br>
              <a:rPr lang="en-US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8E7EBC-822E-4AF5-D204-4DD892C3C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70858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0628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0812401-9D53-C63C-C3FB-C534ECADC35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833" b="98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53CE1-870A-E3D1-F9C0-4C20E3A50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Technology and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50A6C8-15ED-7A81-7643-7C609E615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86597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223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C9B830-3CE5-D41D-8ABC-09CA495D3C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431" b="1429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9C56FE-A678-1EC1-229D-713E04611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 Input Datasets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AA9C1-609D-8DE0-CC0A-660614EBF0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93215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6441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6CE6-6070-2F78-67C6-F890721DC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Solution Architecture (High‑Level)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3AC664-AF08-2986-6D21-B26D3F4C1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91986" y="1941823"/>
            <a:ext cx="9846128" cy="4134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311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46C5-CB81-55CE-B58A-1D6BED93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Jira sprints and user stories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172CB8-5764-5681-2E7A-07E7F304B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601" y="1690688"/>
            <a:ext cx="10022006" cy="4121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58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B6A33-F4A2-482B-074C-6F14F3E5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Sprint-1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882032D-0E6F-BFA5-3E99-58FCDDC4D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45556"/>
            <a:ext cx="10515600" cy="471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0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C66E1-D607-ACC1-A445-A411DBF2E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7" b="17376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512E9D-9474-6AFE-5B70-1DC3D6A15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28" y="669471"/>
            <a:ext cx="11947071" cy="527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86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D91019-C1E2-96C2-9736-2C9134B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6496" b="1850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9FB6D2-1683-C2EC-D9D4-AD061FC3D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A62A47-E945-60D6-B979-11B2EFC8D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189756"/>
              </p:ext>
            </p:extLst>
          </p:nvPr>
        </p:nvGraphicFramePr>
        <p:xfrm>
          <a:off x="538843" y="1387929"/>
          <a:ext cx="11217728" cy="510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4125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1E3041-F092-AADB-E32A-D46E6672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Redshift – project_model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CE774-04AA-36BF-F996-175273F2D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57" y="1891970"/>
            <a:ext cx="10948673" cy="496603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Tables:</a:t>
            </a:r>
          </a:p>
          <a:p>
            <a:pPr lvl="1"/>
            <a:r>
              <a:rPr lang="en-US" dirty="0"/>
              <a:t>Fact table: </a:t>
            </a:r>
            <a:r>
              <a:rPr lang="en-US" dirty="0" err="1"/>
              <a:t>fact_claims</a:t>
            </a:r>
            <a:r>
              <a:rPr lang="en-US" dirty="0"/>
              <a:t> (central fact).</a:t>
            </a:r>
          </a:p>
          <a:p>
            <a:pPr lvl="1"/>
            <a:r>
              <a:rPr lang="en-US" dirty="0"/>
              <a:t>Dimension table: </a:t>
            </a:r>
            <a:r>
              <a:rPr lang="en-US" dirty="0" err="1"/>
              <a:t>dim_subscriber</a:t>
            </a:r>
            <a:r>
              <a:rPr lang="en-US" dirty="0"/>
              <a:t>, </a:t>
            </a:r>
            <a:r>
              <a:rPr lang="en-US" dirty="0" err="1"/>
              <a:t>dim_patients</a:t>
            </a:r>
            <a:r>
              <a:rPr lang="en-US" dirty="0"/>
              <a:t>, </a:t>
            </a:r>
            <a:r>
              <a:rPr lang="en-US" dirty="0" err="1"/>
              <a:t>dim_disease</a:t>
            </a:r>
            <a:r>
              <a:rPr lang="en-US" dirty="0"/>
              <a:t>, </a:t>
            </a:r>
            <a:r>
              <a:rPr lang="en-US" dirty="0" err="1"/>
              <a:t>dim_group</a:t>
            </a:r>
            <a:r>
              <a:rPr lang="en-US" dirty="0"/>
              <a:t>, </a:t>
            </a:r>
            <a:r>
              <a:rPr lang="en-US" dirty="0" err="1"/>
              <a:t>dim_subgroup</a:t>
            </a:r>
            <a:r>
              <a:rPr lang="en-US" dirty="0"/>
              <a:t>, </a:t>
            </a:r>
            <a:r>
              <a:rPr lang="en-US" dirty="0" err="1"/>
              <a:t>dim_hospital</a:t>
            </a:r>
            <a:r>
              <a:rPr lang="en-US" dirty="0"/>
              <a:t>, </a:t>
            </a:r>
            <a:r>
              <a:rPr lang="en-US" dirty="0" err="1"/>
              <a:t>dim_patient_hospital</a:t>
            </a:r>
            <a:r>
              <a:rPr lang="en-US" dirty="0"/>
              <a:t>, </a:t>
            </a:r>
            <a:r>
              <a:rPr lang="en-US" dirty="0" err="1"/>
              <a:t>bridge_group_subgroup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sz="1700" dirty="0"/>
          </a:p>
          <a:p>
            <a:pPr algn="ctr"/>
            <a:endParaRPr lang="en-US" sz="1700" dirty="0"/>
          </a:p>
          <a:p>
            <a:pPr algn="ctr"/>
            <a:r>
              <a:rPr lang="en-US" sz="1700" dirty="0"/>
              <a:t>Loaded data using:</a:t>
            </a:r>
          </a:p>
          <a:p>
            <a:pPr marL="0" indent="0" algn="ctr">
              <a:buNone/>
            </a:pPr>
            <a:r>
              <a:rPr lang="en-US" sz="1700" dirty="0"/>
              <a:t>COPY </a:t>
            </a:r>
            <a:r>
              <a:rPr lang="en-US" sz="1700" dirty="0" err="1"/>
              <a:t>project_model.fact_claims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/>
              <a:t>FROM</a:t>
            </a:r>
            <a:r>
              <a:rPr lang="en-US" sz="1700" dirty="0"/>
              <a:t> 's3://</a:t>
            </a:r>
            <a:r>
              <a:rPr lang="en-US" sz="1700" dirty="0" err="1"/>
              <a:t>capstoneproj</a:t>
            </a:r>
            <a:r>
              <a:rPr lang="en-US" sz="1700" dirty="0"/>
              <a:t>-sarita/gold/</a:t>
            </a:r>
            <a:r>
              <a:rPr lang="en-US" sz="1700" dirty="0" err="1"/>
              <a:t>fact_claims</a:t>
            </a:r>
            <a:r>
              <a:rPr lang="en-US" sz="1700" dirty="0"/>
              <a:t>/'</a:t>
            </a:r>
          </a:p>
          <a:p>
            <a:pPr marL="0" indent="0" algn="ctr">
              <a:buNone/>
            </a:pPr>
            <a:r>
              <a:rPr lang="en-US" sz="1700" dirty="0"/>
              <a:t>IAM_ROLE '</a:t>
            </a:r>
            <a:r>
              <a:rPr lang="en-US" sz="1700" dirty="0" err="1"/>
              <a:t>arn:aws:iam</a:t>
            </a:r>
            <a:r>
              <a:rPr lang="en-US" sz="1700" dirty="0"/>
              <a:t>::&lt;account-id&gt;:role/</a:t>
            </a:r>
            <a:r>
              <a:rPr lang="en-US" sz="1700" dirty="0" err="1"/>
              <a:t>redshiftAdmin</a:t>
            </a:r>
            <a:r>
              <a:rPr lang="en-US" sz="1700" dirty="0"/>
              <a:t>’</a:t>
            </a:r>
          </a:p>
          <a:p>
            <a:pPr marL="0" indent="0" algn="ctr">
              <a:buNone/>
            </a:pPr>
            <a:r>
              <a:rPr lang="en-US" sz="1700" dirty="0"/>
              <a:t>FORMAT </a:t>
            </a:r>
            <a:r>
              <a:rPr lang="en-US" sz="1700" b="1" dirty="0"/>
              <a:t>AS</a:t>
            </a:r>
            <a:r>
              <a:rPr lang="en-US" sz="1700" dirty="0"/>
              <a:t> PARQUET;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81397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D2FF-12D1-93D8-83F8-8B24A053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Redshift Output Schema &amp; Use Cases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27B6-FC02-8975-A9C6-EB189DD1D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CTAS tables for each business requirement:</a:t>
            </a:r>
          </a:p>
          <a:p>
            <a:pPr lvl="1"/>
            <a:r>
              <a:rPr lang="en-US" dirty="0"/>
              <a:t>Disease with maximum number of claims.</a:t>
            </a:r>
          </a:p>
          <a:p>
            <a:pPr lvl="1"/>
            <a:r>
              <a:rPr lang="en-US" dirty="0"/>
              <a:t>Subscribers aged &lt; 30 with any subgroup.</a:t>
            </a:r>
          </a:p>
          <a:p>
            <a:pPr lvl="1"/>
            <a:r>
              <a:rPr lang="en-US" dirty="0"/>
              <a:t>Group with maximum subgroups.</a:t>
            </a:r>
          </a:p>
          <a:p>
            <a:pPr lvl="1"/>
            <a:r>
              <a:rPr lang="en-US" dirty="0"/>
              <a:t>Hospital serving most patients.</a:t>
            </a:r>
          </a:p>
          <a:p>
            <a:pPr lvl="1"/>
            <a:r>
              <a:rPr lang="en-US" dirty="0"/>
              <a:t>Most subscribed subgroup.</a:t>
            </a:r>
          </a:p>
          <a:p>
            <a:pPr lvl="1"/>
            <a:r>
              <a:rPr lang="en-US" dirty="0"/>
              <a:t>Total number of rejected claims.</a:t>
            </a:r>
          </a:p>
          <a:p>
            <a:pPr lvl="1"/>
            <a:r>
              <a:rPr lang="en-US" dirty="0"/>
              <a:t>City with most claims.</a:t>
            </a:r>
          </a:p>
          <a:p>
            <a:pPr lvl="1"/>
            <a:r>
              <a:rPr lang="en-US" dirty="0"/>
              <a:t>………….</a:t>
            </a:r>
          </a:p>
        </p:txBody>
      </p:sp>
    </p:spTree>
    <p:extLst>
      <p:ext uri="{BB962C8B-B14F-4D97-AF65-F5344CB8AC3E}">
        <p14:creationId xmlns:p14="http://schemas.microsoft.com/office/powerpoint/2010/main" val="2310042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A5A56-65B5-E9CC-9C86-40E830816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use cases table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5AA65-4C88-8B58-8413-E1065F21B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100" b="1" dirty="0"/>
              <a:t>--Disease with maximum number of claims</a:t>
            </a:r>
          </a:p>
          <a:p>
            <a:pPr marL="0" indent="0">
              <a:buNone/>
            </a:pPr>
            <a:endParaRPr lang="en-US" sz="3100" b="1" dirty="0"/>
          </a:p>
          <a:p>
            <a:r>
              <a:rPr lang="en-US" dirty="0"/>
              <a:t>CREATE TABLE </a:t>
            </a:r>
            <a:r>
              <a:rPr lang="en-US" dirty="0" err="1"/>
              <a:t>project_output.max_claims_by_disease</a:t>
            </a:r>
            <a:r>
              <a:rPr lang="en-US" dirty="0"/>
              <a:t> AS</a:t>
            </a:r>
          </a:p>
          <a:p>
            <a:pPr marL="0" indent="0">
              <a:buNone/>
            </a:pPr>
            <a:r>
              <a:rPr lang="en-US" dirty="0"/>
              <a:t>SELECT</a:t>
            </a:r>
          </a:p>
          <a:p>
            <a:pPr marL="0" indent="0">
              <a:buNone/>
            </a:pPr>
            <a:r>
              <a:rPr lang="en-US" dirty="0" err="1"/>
              <a:t>d.disease_id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 err="1"/>
              <a:t>d.disease_name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COUNT(*) AS </a:t>
            </a:r>
            <a:r>
              <a:rPr lang="en-US" dirty="0" err="1"/>
              <a:t>total_claims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project_model.fact_claims</a:t>
            </a:r>
            <a:r>
              <a:rPr lang="en-US" dirty="0"/>
              <a:t> f</a:t>
            </a:r>
          </a:p>
          <a:p>
            <a:pPr marL="0" indent="0">
              <a:buNone/>
            </a:pPr>
            <a:r>
              <a:rPr lang="en-US" dirty="0"/>
              <a:t>JOIN </a:t>
            </a:r>
            <a:r>
              <a:rPr lang="en-US" dirty="0" err="1"/>
              <a:t>project_model.dim_disease</a:t>
            </a:r>
            <a:r>
              <a:rPr lang="en-US" dirty="0"/>
              <a:t> d</a:t>
            </a:r>
          </a:p>
          <a:p>
            <a:pPr marL="0" indent="0">
              <a:buNone/>
            </a:pPr>
            <a:r>
              <a:rPr lang="en-US" dirty="0"/>
              <a:t>ON </a:t>
            </a:r>
            <a:r>
              <a:rPr lang="en-US" dirty="0" err="1"/>
              <a:t>f.disease_id</a:t>
            </a:r>
            <a:r>
              <a:rPr lang="en-US" dirty="0"/>
              <a:t> = </a:t>
            </a:r>
            <a:r>
              <a:rPr lang="en-US" dirty="0" err="1"/>
              <a:t>d.disease_id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d.disease_id</a:t>
            </a:r>
            <a:r>
              <a:rPr lang="en-US" dirty="0"/>
              <a:t>, </a:t>
            </a:r>
            <a:r>
              <a:rPr lang="en-US" dirty="0" err="1"/>
              <a:t>d.disease_name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total_claims</a:t>
            </a:r>
            <a:r>
              <a:rPr lang="en-US" dirty="0"/>
              <a:t> DESC</a:t>
            </a:r>
          </a:p>
          <a:p>
            <a:pPr marL="0" indent="0">
              <a:buNone/>
            </a:pPr>
            <a:r>
              <a:rPr lang="en-US" dirty="0"/>
              <a:t>LIMIT 10;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49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EAB738-7FEB-C86D-7429-77E2D474B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Disease with maximum number of claims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0F579E-5341-EECF-846D-E7D8B62B3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1063" y="1675227"/>
            <a:ext cx="1084987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0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52ABC7-F008-6E84-2535-BB3EC900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Most Profitable Group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A31398-11ED-21BA-EC7E-73310869E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2400143"/>
            <a:ext cx="10905066" cy="29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3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A2C1-F510-D533-D1E1-84693444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Challenges and Lesson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22D04-0E61-49D8-FE37-44F6EF7BF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Schema and Mismatch in parquet file and Redshift table</a:t>
            </a:r>
          </a:p>
          <a:p>
            <a:r>
              <a:rPr lang="en-US" dirty="0"/>
              <a:t>EDA – exploratory data analysis</a:t>
            </a:r>
          </a:p>
          <a:p>
            <a:r>
              <a:rPr lang="en-US" dirty="0"/>
              <a:t>Finalize the table schema and data type beforehand</a:t>
            </a:r>
          </a:p>
          <a:p>
            <a:r>
              <a:rPr lang="en-US" dirty="0"/>
              <a:t>Be consistent through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26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AE2E-C51F-4FD0-71D5-F181A07B5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marL="0" indent="0" algn="ctr">
              <a:buNone/>
            </a:pPr>
            <a:r>
              <a:rPr lang="en-US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37666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754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Capstone Project</vt:lpstr>
      <vt:lpstr>Problem</vt:lpstr>
      <vt:lpstr>Objectives &amp; Requirements </vt:lpstr>
      <vt:lpstr>Technology and Stack</vt:lpstr>
      <vt:lpstr> Input Datasets</vt:lpstr>
      <vt:lpstr>Solution Architecture (High‑Level)</vt:lpstr>
      <vt:lpstr>Jira sprints and user stories</vt:lpstr>
      <vt:lpstr>Sprint-1</vt:lpstr>
      <vt:lpstr>PowerPoint Presentation</vt:lpstr>
      <vt:lpstr>PowerPoint Presentation</vt:lpstr>
      <vt:lpstr>steps</vt:lpstr>
      <vt:lpstr>Redshift – project_model Schema</vt:lpstr>
      <vt:lpstr>Redshift Output Schema &amp; Use Cases </vt:lpstr>
      <vt:lpstr>Business use cases table example</vt:lpstr>
      <vt:lpstr>Disease with maximum number of claims</vt:lpstr>
      <vt:lpstr>Most Profitable Group</vt:lpstr>
      <vt:lpstr>Challenges and Lesson Learned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Sapkota Subedi, Sarita</dc:creator>
  <cp:lastModifiedBy>Sapkota Subedi, Sarita</cp:lastModifiedBy>
  <cp:revision>7</cp:revision>
  <dcterms:created xsi:type="dcterms:W3CDTF">2026-01-30T23:47:24Z</dcterms:created>
  <dcterms:modified xsi:type="dcterms:W3CDTF">2026-02-02T15:14:34Z</dcterms:modified>
</cp:coreProperties>
</file>